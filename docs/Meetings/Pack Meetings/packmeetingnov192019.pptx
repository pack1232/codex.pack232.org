
<file path=[Content_Types].xml><?xml version="1.0" encoding="utf-8"?>
<Types xmlns="http://schemas.openxmlformats.org/package/2006/content-types">
  <Default Extension="gif" ContentType="image/gi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14"/>
  </p:notesMasterIdLst>
  <p:sldIdLst>
    <p:sldId id="256" r:id="rId2"/>
    <p:sldId id="257" r:id="rId3"/>
    <p:sldId id="310" r:id="rId4"/>
    <p:sldId id="278" r:id="rId5"/>
    <p:sldId id="280" r:id="rId6"/>
    <p:sldId id="309" r:id="rId7"/>
    <p:sldId id="275" r:id="rId8"/>
    <p:sldId id="312" r:id="rId9"/>
    <p:sldId id="308" r:id="rId10"/>
    <p:sldId id="276" r:id="rId11"/>
    <p:sldId id="311" r:id="rId12"/>
    <p:sldId id="277" r:id="rId13"/>
  </p:sldIdLst>
  <p:sldSz cx="9144000" cy="6858000" type="screen4x3"/>
  <p:notesSz cx="68580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Geneva" charset="-128"/>
        <a:cs typeface="+mn-cs"/>
      </a:defRPr>
    </a:lvl1pPr>
    <a:lvl2pPr marL="457200" algn="l" rtl="0" fontAlgn="base">
      <a:spcBef>
        <a:spcPct val="0"/>
      </a:spcBef>
      <a:spcAft>
        <a:spcPct val="0"/>
      </a:spcAft>
      <a:defRPr kern="1200">
        <a:solidFill>
          <a:schemeClr val="tx1"/>
        </a:solidFill>
        <a:latin typeface="Arial" panose="020B0604020202020204" pitchFamily="34" charset="0"/>
        <a:ea typeface="Geneva"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Geneva"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Geneva"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Geneva" charset="-128"/>
        <a:cs typeface="+mn-cs"/>
      </a:defRPr>
    </a:lvl5pPr>
    <a:lvl6pPr marL="2286000" algn="l" defTabSz="914400" rtl="0" eaLnBrk="1" latinLnBrk="0" hangingPunct="1">
      <a:defRPr kern="1200">
        <a:solidFill>
          <a:schemeClr val="tx1"/>
        </a:solidFill>
        <a:latin typeface="Arial" panose="020B0604020202020204" pitchFamily="34" charset="0"/>
        <a:ea typeface="Geneva" charset="-128"/>
        <a:cs typeface="+mn-cs"/>
      </a:defRPr>
    </a:lvl6pPr>
    <a:lvl7pPr marL="2743200" algn="l" defTabSz="914400" rtl="0" eaLnBrk="1" latinLnBrk="0" hangingPunct="1">
      <a:defRPr kern="1200">
        <a:solidFill>
          <a:schemeClr val="tx1"/>
        </a:solidFill>
        <a:latin typeface="Arial" panose="020B0604020202020204" pitchFamily="34" charset="0"/>
        <a:ea typeface="Geneva" charset="-128"/>
        <a:cs typeface="+mn-cs"/>
      </a:defRPr>
    </a:lvl7pPr>
    <a:lvl8pPr marL="3200400" algn="l" defTabSz="914400" rtl="0" eaLnBrk="1" latinLnBrk="0" hangingPunct="1">
      <a:defRPr kern="1200">
        <a:solidFill>
          <a:schemeClr val="tx1"/>
        </a:solidFill>
        <a:latin typeface="Arial" panose="020B0604020202020204" pitchFamily="34" charset="0"/>
        <a:ea typeface="Geneva" charset="-128"/>
        <a:cs typeface="+mn-cs"/>
      </a:defRPr>
    </a:lvl8pPr>
    <a:lvl9pPr marL="3657600" algn="l" defTabSz="914400" rtl="0" eaLnBrk="1" latinLnBrk="0" hangingPunct="1">
      <a:defRPr kern="1200">
        <a:solidFill>
          <a:schemeClr val="tx1"/>
        </a:solidFill>
        <a:latin typeface="Arial" panose="020B0604020202020204" pitchFamily="34" charset="0"/>
        <a:ea typeface="Geneva"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34"/>
    <p:restoredTop sz="94694"/>
  </p:normalViewPr>
  <p:slideViewPr>
    <p:cSldViewPr>
      <p:cViewPr varScale="1">
        <p:scale>
          <a:sx n="121" d="100"/>
          <a:sy n="121" d="100"/>
        </p:scale>
        <p:origin x="1960" y="1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66725"/>
          </a:xfrm>
          <a:prstGeom prst="rect">
            <a:avLst/>
          </a:prstGeom>
        </p:spPr>
        <p:txBody>
          <a:bodyPr vert="horz" lIns="91440" tIns="45720" rIns="91440" bIns="45720" rtlCol="0"/>
          <a:lstStyle>
            <a:lvl1pPr algn="r">
              <a:defRPr sz="1200"/>
            </a:lvl1pPr>
          </a:lstStyle>
          <a:p>
            <a:fld id="{0650CA7B-D153-FF45-8F17-93A292C94A5C}" type="datetimeFigureOut">
              <a:rPr lang="en-US" smtClean="0"/>
              <a:t>11/16/19</a:t>
            </a:fld>
            <a:endParaRPr lang="en-US"/>
          </a:p>
        </p:txBody>
      </p:sp>
      <p:sp>
        <p:nvSpPr>
          <p:cNvPr id="4" name="Slide Image Placeholder 3"/>
          <p:cNvSpPr>
            <a:spLocks noGrp="1" noRot="1" noChangeAspect="1"/>
          </p:cNvSpPr>
          <p:nvPr>
            <p:ph type="sldImg" idx="2"/>
          </p:nvPr>
        </p:nvSpPr>
        <p:spPr>
          <a:xfrm>
            <a:off x="1338263" y="1162050"/>
            <a:ext cx="4181475"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73575"/>
            <a:ext cx="548640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2971800"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829675"/>
            <a:ext cx="2971800" cy="466725"/>
          </a:xfrm>
          <a:prstGeom prst="rect">
            <a:avLst/>
          </a:prstGeom>
        </p:spPr>
        <p:txBody>
          <a:bodyPr vert="horz" lIns="91440" tIns="45720" rIns="91440" bIns="45720" rtlCol="0" anchor="b"/>
          <a:lstStyle>
            <a:lvl1pPr algn="r">
              <a:defRPr sz="1200"/>
            </a:lvl1pPr>
          </a:lstStyle>
          <a:p>
            <a:fld id="{30A2A52B-2B46-DD40-A0C0-B83E1CA2D0FB}" type="slidenum">
              <a:rPr lang="en-US" smtClean="0"/>
              <a:t>‹#›</a:t>
            </a:fld>
            <a:endParaRPr lang="en-US"/>
          </a:p>
        </p:txBody>
      </p:sp>
    </p:spTree>
    <p:extLst>
      <p:ext uri="{BB962C8B-B14F-4D97-AF65-F5344CB8AC3E}">
        <p14:creationId xmlns:p14="http://schemas.microsoft.com/office/powerpoint/2010/main" val="1925592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Freeform 6"/>
          <p:cNvSpPr>
            <a:spLocks/>
          </p:cNvSpPr>
          <p:nvPr/>
        </p:nvSpPr>
        <p:spPr bwMode="auto">
          <a:xfrm>
            <a:off x="8153400" y="0"/>
            <a:ext cx="990600" cy="6858000"/>
          </a:xfrm>
          <a:custGeom>
            <a:avLst/>
            <a:gdLst>
              <a:gd name="T0" fmla="*/ 512689843 w 1914"/>
              <a:gd name="T1" fmla="*/ 22587518 h 4329"/>
              <a:gd name="T2" fmla="*/ 512689843 w 1914"/>
              <a:gd name="T3" fmla="*/ 2147483647 h 4329"/>
              <a:gd name="T4" fmla="*/ 54643960 w 1914"/>
              <a:gd name="T5" fmla="*/ 2147483647 h 4329"/>
              <a:gd name="T6" fmla="*/ 0 w 1914"/>
              <a:gd name="T7" fmla="*/ 0 h 4329"/>
              <a:gd name="T8" fmla="*/ 512689843 w 1914"/>
              <a:gd name="T9" fmla="*/ 22587518 h 43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14" h="4329">
                <a:moveTo>
                  <a:pt x="1914" y="9"/>
                </a:moveTo>
                <a:lnTo>
                  <a:pt x="1914" y="4329"/>
                </a:lnTo>
                <a:lnTo>
                  <a:pt x="204" y="4327"/>
                </a:lnTo>
                <a:cubicBezTo>
                  <a:pt x="1288" y="3574"/>
                  <a:pt x="1608" y="1590"/>
                  <a:pt x="0" y="0"/>
                </a:cubicBezTo>
                <a:lnTo>
                  <a:pt x="1914" y="9"/>
                </a:lnTo>
                <a:close/>
              </a:path>
            </a:pathLst>
          </a:custGeom>
          <a:solidFill>
            <a:srgbClr val="002060"/>
          </a:solidFill>
          <a:ln w="19050" cap="flat" cmpd="sng">
            <a:solidFill>
              <a:srgbClr val="002060"/>
            </a:solidFill>
            <a:prstDash val="solid"/>
            <a:round/>
            <a:headEnd type="none" w="med" len="med"/>
            <a:tailEnd type="none" w="med" len="med"/>
          </a:ln>
          <a:effectLst>
            <a:outerShdw blurRad="63500" dist="50800" dir="10800000" algn="ctr" rotWithShape="0">
              <a:srgbClr val="000000">
                <a:alpha val="45000"/>
              </a:srgbClr>
            </a:outerShdw>
          </a:effectLst>
        </p:spPr>
        <p:txBody>
          <a:bodyPr/>
          <a:lstStyle/>
          <a:p>
            <a:endParaRPr lang="en-US"/>
          </a:p>
        </p:txBody>
      </p:sp>
      <p:sp>
        <p:nvSpPr>
          <p:cNvPr id="5" name="Freeform 7"/>
          <p:cNvSpPr>
            <a:spLocks/>
          </p:cNvSpPr>
          <p:nvPr userDrawn="1"/>
        </p:nvSpPr>
        <p:spPr bwMode="auto">
          <a:xfrm>
            <a:off x="0" y="5181600"/>
            <a:ext cx="9144000" cy="1682750"/>
          </a:xfrm>
          <a:custGeom>
            <a:avLst/>
            <a:gdLst>
              <a:gd name="T0" fmla="*/ 0 w 5760"/>
              <a:gd name="T1" fmla="*/ 1347717 h 1331"/>
              <a:gd name="T2" fmla="*/ 0 w 5760"/>
              <a:gd name="T3" fmla="*/ 1682750 h 1331"/>
              <a:gd name="T4" fmla="*/ 9144000 w 5760"/>
              <a:gd name="T5" fmla="*/ 1682750 h 1331"/>
              <a:gd name="T6" fmla="*/ 9144000 w 5760"/>
              <a:gd name="T7" fmla="*/ 0 h 1331"/>
              <a:gd name="T8" fmla="*/ 0 w 5760"/>
              <a:gd name="T9" fmla="*/ 1347717 h 1331"/>
              <a:gd name="T10" fmla="*/ 0 60000 65536"/>
              <a:gd name="T11" fmla="*/ 0 60000 65536"/>
              <a:gd name="T12" fmla="*/ 0 60000 65536"/>
              <a:gd name="T13" fmla="*/ 0 60000 65536"/>
              <a:gd name="T14" fmla="*/ 0 60000 65536"/>
              <a:gd name="T15" fmla="*/ 0 w 5760"/>
              <a:gd name="T16" fmla="*/ 0 h 1331"/>
              <a:gd name="T17" fmla="*/ 5760 w 5760"/>
              <a:gd name="T18" fmla="*/ 1331 h 1331"/>
            </a:gdLst>
            <a:ahLst/>
            <a:cxnLst>
              <a:cxn ang="T10">
                <a:pos x="T0" y="T1"/>
              </a:cxn>
              <a:cxn ang="T11">
                <a:pos x="T2" y="T3"/>
              </a:cxn>
              <a:cxn ang="T12">
                <a:pos x="T4" y="T5"/>
              </a:cxn>
              <a:cxn ang="T13">
                <a:pos x="T6" y="T7"/>
              </a:cxn>
              <a:cxn ang="T14">
                <a:pos x="T8" y="T9"/>
              </a:cxn>
            </a:cxnLst>
            <a:rect l="T15" t="T16" r="T17" b="T18"/>
            <a:pathLst>
              <a:path w="5760" h="1331">
                <a:moveTo>
                  <a:pt x="0" y="1066"/>
                </a:moveTo>
                <a:lnTo>
                  <a:pt x="0" y="1331"/>
                </a:lnTo>
                <a:lnTo>
                  <a:pt x="5760" y="1331"/>
                </a:lnTo>
                <a:lnTo>
                  <a:pt x="5760" y="0"/>
                </a:lnTo>
                <a:cubicBezTo>
                  <a:pt x="3220" y="1206"/>
                  <a:pt x="2250" y="1146"/>
                  <a:pt x="0" y="1066"/>
                </a:cubicBezTo>
                <a:close/>
              </a:path>
            </a:pathLst>
          </a:custGeom>
          <a:gradFill rotWithShape="1">
            <a:gsLst>
              <a:gs pos="0">
                <a:srgbClr val="770000"/>
              </a:gs>
              <a:gs pos="50000">
                <a:srgbClr val="AD0000"/>
              </a:gs>
              <a:gs pos="100000">
                <a:srgbClr val="CE0000"/>
              </a:gs>
            </a:gsLst>
            <a:lin ang="18900000" scaled="1"/>
          </a:gradFill>
          <a:ln w="19050" cap="flat" cmpd="sng">
            <a:solidFill>
              <a:srgbClr val="C00000"/>
            </a:solidFill>
            <a:prstDash val="solid"/>
            <a:round/>
            <a:headEnd type="none" w="med" len="med"/>
            <a:tailEnd type="none" w="med" len="med"/>
          </a:ln>
          <a:effectLst>
            <a:outerShdw blurRad="63500" dist="44450" dir="16200000" algn="ctr" rotWithShape="0">
              <a:srgbClr val="000000">
                <a:alpha val="34998"/>
              </a:srgbClr>
            </a:outerShdw>
          </a:effectLst>
        </p:spPr>
        <p:txBody>
          <a:bodyPr/>
          <a:lstStyle/>
          <a:p>
            <a:endParaRPr lang="en-US" dirty="0"/>
          </a:p>
        </p:txBody>
      </p:sp>
      <p:sp>
        <p:nvSpPr>
          <p:cNvPr id="9" name="Title 8"/>
          <p:cNvSpPr>
            <a:spLocks noGrp="1"/>
          </p:cNvSpPr>
          <p:nvPr>
            <p:ph type="ctrTitle"/>
          </p:nvPr>
        </p:nvSpPr>
        <p:spPr>
          <a:xfrm>
            <a:off x="429064" y="3337560"/>
            <a:ext cx="6480048" cy="2301240"/>
          </a:xfrm>
        </p:spPr>
        <p:txBody>
          <a:bodyPr anchor="t"/>
          <a:lstStyle>
            <a:lvl1pPr algn="r">
              <a:defRPr lang="en-US" b="1" cap="all" baseline="0" dirty="0">
                <a:ln w="5000" cmpd="sng">
                  <a:noFill/>
                  <a:prstDash val="solid"/>
                </a:ln>
                <a:solidFill>
                  <a:schemeClr val="tx1"/>
                </a:solidFill>
                <a:effectLst>
                  <a:outerShdw blurRad="50800" dist="38100" dir="5400000" algn="t" rotWithShape="0">
                    <a:prstClr val="black">
                      <a:alpha val="50000"/>
                    </a:prstClr>
                  </a:outerShdw>
                </a:effectLst>
              </a:defRPr>
            </a:lvl1pPr>
          </a:lstStyle>
          <a:p>
            <a:r>
              <a:rPr lang="en-US"/>
              <a:t>Click to edit Master title style</a:t>
            </a:r>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grpSp>
        <p:nvGrpSpPr>
          <p:cNvPr id="3" name="Group 2"/>
          <p:cNvGrpSpPr/>
          <p:nvPr userDrawn="1"/>
        </p:nvGrpSpPr>
        <p:grpSpPr>
          <a:xfrm>
            <a:off x="7010400" y="6209935"/>
            <a:ext cx="2133600" cy="598662"/>
            <a:chOff x="7010400" y="6209935"/>
            <a:chExt cx="2133600" cy="598662"/>
          </a:xfrm>
        </p:grpSpPr>
        <p:pic>
          <p:nvPicPr>
            <p:cNvPr id="7" name="Picture 6" descr="http://www.scouting.org/filestore/global/cubscout.gif?w=125&amp;h=125&amp;a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010400" y="6209935"/>
              <a:ext cx="609600" cy="598662"/>
            </a:xfrm>
            <a:prstGeom prst="rect">
              <a:avLst/>
            </a:prstGeom>
            <a:noFill/>
            <a:ln>
              <a:noFill/>
            </a:ln>
          </p:spPr>
        </p:pic>
        <p:sp>
          <p:nvSpPr>
            <p:cNvPr id="2" name="TextBox 1"/>
            <p:cNvSpPr txBox="1"/>
            <p:nvPr userDrawn="1"/>
          </p:nvSpPr>
          <p:spPr>
            <a:xfrm>
              <a:off x="7620000" y="6324600"/>
              <a:ext cx="1524000" cy="369332"/>
            </a:xfrm>
            <a:prstGeom prst="rect">
              <a:avLst/>
            </a:prstGeom>
            <a:noFill/>
          </p:spPr>
          <p:txBody>
            <a:bodyPr wrap="square" rtlCol="0">
              <a:spAutoFit/>
            </a:bodyPr>
            <a:lstStyle/>
            <a:p>
              <a:r>
                <a:rPr lang="en-US" dirty="0">
                  <a:solidFill>
                    <a:schemeClr val="bg1"/>
                  </a:solidFill>
                </a:rPr>
                <a:t>Do Your Best</a:t>
              </a:r>
            </a:p>
          </p:txBody>
        </p:sp>
      </p:grpSp>
    </p:spTree>
    <p:extLst>
      <p:ext uri="{BB962C8B-B14F-4D97-AF65-F5344CB8AC3E}">
        <p14:creationId xmlns:p14="http://schemas.microsoft.com/office/powerpoint/2010/main" val="422510219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5917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noFill/>
                  <a:prstDash val="solid"/>
                </a:ln>
                <a:solidFill>
                  <a:schemeClr val="bg1"/>
                </a:solidFill>
                <a:effectLst>
                  <a:outerShdw blurRad="50800" dist="38100" dir="5400000" algn="t" rotWithShape="0">
                    <a:prstClr val="black">
                      <a:alpha val="5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bg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Tree>
    <p:extLst>
      <p:ext uri="{BB962C8B-B14F-4D97-AF65-F5344CB8AC3E}">
        <p14:creationId xmlns:p14="http://schemas.microsoft.com/office/powerpoint/2010/main" val="293144323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lang="en-US"/>
              <a:t>Click to edit Master title style</a:t>
            </a:r>
          </a:p>
        </p:txBody>
      </p:sp>
      <p:sp>
        <p:nvSpPr>
          <p:cNvPr id="3" name="Content Placeholder 2"/>
          <p:cNvSpPr>
            <a:spLocks noGrp="1"/>
          </p:cNvSpPr>
          <p:nvPr>
            <p:ph sz="half" idx="1"/>
          </p:nvPr>
        </p:nvSpPr>
        <p:spPr>
          <a:xfrm>
            <a:off x="457200" y="1600201"/>
            <a:ext cx="3657600" cy="4114800"/>
          </a:xfrm>
        </p:spPr>
        <p:txBody>
          <a:bodyPr/>
          <a:lstStyle>
            <a:lvl1pPr>
              <a:defRPr sz="2600"/>
            </a:lvl1pPr>
            <a:lvl2pPr>
              <a:defRPr sz="22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267200" y="1600201"/>
            <a:ext cx="3657600" cy="4114800"/>
          </a:xfrm>
        </p:spPr>
        <p:txBody>
          <a:bodyPr/>
          <a:lstStyle>
            <a:lvl1pPr>
              <a:defRPr sz="2600"/>
            </a:lvl1pPr>
            <a:lvl2pPr>
              <a:defRPr sz="22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0036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lstStyle>
            <a:lvl1pPr algn="l">
              <a:defRPr sz="4600"/>
            </a:lvl1pPr>
          </a:lstStyle>
          <a:p>
            <a:r>
              <a:rPr lang="en-US"/>
              <a:t>Click to edit Master title style</a:t>
            </a:r>
          </a:p>
        </p:txBody>
      </p:sp>
    </p:spTree>
    <p:extLst>
      <p:ext uri="{BB962C8B-B14F-4D97-AF65-F5344CB8AC3E}">
        <p14:creationId xmlns:p14="http://schemas.microsoft.com/office/powerpoint/2010/main" val="2730146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2813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ln>
                  <a:noFill/>
                </a:ln>
                <a:solidFill>
                  <a:schemeClr val="bg1"/>
                </a:solidFill>
              </a:defRPr>
            </a:lvl1pPr>
          </a:lstStyle>
          <a:p>
            <a:r>
              <a:rPr lang="en-US"/>
              <a:t>Click to edit Master title style</a:t>
            </a:r>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4" name="Content Placeholder 3"/>
          <p:cNvSpPr>
            <a:spLocks noGrp="1"/>
          </p:cNvSpPr>
          <p:nvPr>
            <p:ph sz="half" idx="1"/>
          </p:nvPr>
        </p:nvSpPr>
        <p:spPr>
          <a:xfrm>
            <a:off x="457200" y="1981200"/>
            <a:ext cx="7086600" cy="3733800"/>
          </a:xfrm>
        </p:spPr>
        <p:txBody>
          <a:bodyPr/>
          <a:lstStyle>
            <a:lvl1pPr>
              <a:defRPr sz="2800"/>
            </a:lvl1pPr>
            <a:lvl2pPr>
              <a:defRPr sz="2400"/>
            </a:lvl2pPr>
            <a:lvl3pPr>
              <a:defRPr sz="22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8288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846492" y="1386101"/>
            <a:ext cx="3053868" cy="1253808"/>
          </a:xfrm>
        </p:spPr>
        <p:txBody>
          <a:bodyPr anchor="b"/>
          <a:lstStyle>
            <a:lvl1pPr algn="l">
              <a:buNone/>
              <a:defRPr sz="2200" b="1">
                <a:ln>
                  <a:noFill/>
                </a:ln>
                <a:solidFill>
                  <a:schemeClr val="bg1"/>
                </a:solidFill>
              </a:defRPr>
            </a:lvl1pPr>
          </a:lstStyle>
          <a:p>
            <a:r>
              <a:rPr lang="en-US"/>
              <a:t>Click to edit Master title style</a:t>
            </a:r>
          </a:p>
        </p:txBody>
      </p:sp>
      <p:sp>
        <p:nvSpPr>
          <p:cNvPr id="3" name="Picture Placeholder 2"/>
          <p:cNvSpPr>
            <a:spLocks noGrp="1"/>
          </p:cNvSpPr>
          <p:nvPr>
            <p:ph type="pic" idx="1"/>
          </p:nvPr>
        </p:nvSpPr>
        <p:spPr>
          <a:xfrm>
            <a:off x="355388" y="700299"/>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4846494" y="2679157"/>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Tree>
    <p:extLst>
      <p:ext uri="{BB962C8B-B14F-4D97-AF65-F5344CB8AC3E}">
        <p14:creationId xmlns:p14="http://schemas.microsoft.com/office/powerpoint/2010/main" val="3616051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600201"/>
            <a:ext cx="7467600" cy="39623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0168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524000" cy="5211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21176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3241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gi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alpha val="0"/>
          </a:schemeClr>
        </a:solidFill>
        <a:effectLst/>
      </p:bgPr>
    </p:bg>
    <p:spTree>
      <p:nvGrpSpPr>
        <p:cNvPr id="1" name=""/>
        <p:cNvGrpSpPr/>
        <p:nvPr/>
      </p:nvGrpSpPr>
      <p:grpSpPr>
        <a:xfrm>
          <a:off x="0" y="0"/>
          <a:ext cx="0" cy="0"/>
          <a:chOff x="0" y="0"/>
          <a:chExt cx="0" cy="0"/>
        </a:xfrm>
      </p:grpSpPr>
      <p:sp>
        <p:nvSpPr>
          <p:cNvPr id="10" name="Freeform 9"/>
          <p:cNvSpPr>
            <a:spLocks/>
          </p:cNvSpPr>
          <p:nvPr userDrawn="1"/>
        </p:nvSpPr>
        <p:spPr bwMode="auto">
          <a:xfrm>
            <a:off x="8153400" y="-9525"/>
            <a:ext cx="990600" cy="6858000"/>
          </a:xfrm>
          <a:custGeom>
            <a:avLst/>
            <a:gdLst>
              <a:gd name="T0" fmla="*/ 512689843 w 1914"/>
              <a:gd name="T1" fmla="*/ 22587518 h 4329"/>
              <a:gd name="T2" fmla="*/ 512689843 w 1914"/>
              <a:gd name="T3" fmla="*/ 2147483647 h 4329"/>
              <a:gd name="T4" fmla="*/ 54643960 w 1914"/>
              <a:gd name="T5" fmla="*/ 2147483647 h 4329"/>
              <a:gd name="T6" fmla="*/ 0 w 1914"/>
              <a:gd name="T7" fmla="*/ 0 h 4329"/>
              <a:gd name="T8" fmla="*/ 512689843 w 1914"/>
              <a:gd name="T9" fmla="*/ 22587518 h 43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14" h="4329">
                <a:moveTo>
                  <a:pt x="1914" y="9"/>
                </a:moveTo>
                <a:lnTo>
                  <a:pt x="1914" y="4329"/>
                </a:lnTo>
                <a:lnTo>
                  <a:pt x="204" y="4327"/>
                </a:lnTo>
                <a:cubicBezTo>
                  <a:pt x="1288" y="3574"/>
                  <a:pt x="1608" y="1590"/>
                  <a:pt x="0" y="0"/>
                </a:cubicBezTo>
                <a:lnTo>
                  <a:pt x="1914" y="9"/>
                </a:lnTo>
                <a:close/>
              </a:path>
            </a:pathLst>
          </a:custGeom>
          <a:solidFill>
            <a:srgbClr val="002060"/>
          </a:solidFill>
          <a:ln w="19050" cap="flat" cmpd="sng">
            <a:solidFill>
              <a:srgbClr val="002060"/>
            </a:solidFill>
            <a:prstDash val="solid"/>
            <a:round/>
            <a:headEnd type="none" w="med" len="med"/>
            <a:tailEnd type="none" w="med" len="med"/>
          </a:ln>
          <a:effectLst>
            <a:outerShdw blurRad="63500" dist="50800" dir="10800000" algn="ctr" rotWithShape="0">
              <a:srgbClr val="000000">
                <a:alpha val="45000"/>
              </a:srgbClr>
            </a:outerShdw>
          </a:effectLst>
        </p:spPr>
        <p:txBody>
          <a:bodyPr/>
          <a:lstStyle/>
          <a:p>
            <a:endParaRPr lang="en-US"/>
          </a:p>
        </p:txBody>
      </p:sp>
      <p:sp>
        <p:nvSpPr>
          <p:cNvPr id="11" name="Freeform 10"/>
          <p:cNvSpPr>
            <a:spLocks/>
          </p:cNvSpPr>
          <p:nvPr userDrawn="1"/>
        </p:nvSpPr>
        <p:spPr bwMode="auto">
          <a:xfrm>
            <a:off x="0" y="5181600"/>
            <a:ext cx="9144000" cy="1682750"/>
          </a:xfrm>
          <a:custGeom>
            <a:avLst/>
            <a:gdLst>
              <a:gd name="T0" fmla="*/ 0 w 5760"/>
              <a:gd name="T1" fmla="*/ 1347717 h 1331"/>
              <a:gd name="T2" fmla="*/ 0 w 5760"/>
              <a:gd name="T3" fmla="*/ 1682750 h 1331"/>
              <a:gd name="T4" fmla="*/ 9144000 w 5760"/>
              <a:gd name="T5" fmla="*/ 1682750 h 1331"/>
              <a:gd name="T6" fmla="*/ 9144000 w 5760"/>
              <a:gd name="T7" fmla="*/ 0 h 1331"/>
              <a:gd name="T8" fmla="*/ 0 w 5760"/>
              <a:gd name="T9" fmla="*/ 1347717 h 1331"/>
              <a:gd name="T10" fmla="*/ 0 60000 65536"/>
              <a:gd name="T11" fmla="*/ 0 60000 65536"/>
              <a:gd name="T12" fmla="*/ 0 60000 65536"/>
              <a:gd name="T13" fmla="*/ 0 60000 65536"/>
              <a:gd name="T14" fmla="*/ 0 60000 65536"/>
              <a:gd name="T15" fmla="*/ 0 w 5760"/>
              <a:gd name="T16" fmla="*/ 0 h 1331"/>
              <a:gd name="T17" fmla="*/ 5760 w 5760"/>
              <a:gd name="T18" fmla="*/ 1331 h 1331"/>
            </a:gdLst>
            <a:ahLst/>
            <a:cxnLst>
              <a:cxn ang="T10">
                <a:pos x="T0" y="T1"/>
              </a:cxn>
              <a:cxn ang="T11">
                <a:pos x="T2" y="T3"/>
              </a:cxn>
              <a:cxn ang="T12">
                <a:pos x="T4" y="T5"/>
              </a:cxn>
              <a:cxn ang="T13">
                <a:pos x="T6" y="T7"/>
              </a:cxn>
              <a:cxn ang="T14">
                <a:pos x="T8" y="T9"/>
              </a:cxn>
            </a:cxnLst>
            <a:rect l="T15" t="T16" r="T17" b="T18"/>
            <a:pathLst>
              <a:path w="5760" h="1331">
                <a:moveTo>
                  <a:pt x="0" y="1066"/>
                </a:moveTo>
                <a:lnTo>
                  <a:pt x="0" y="1331"/>
                </a:lnTo>
                <a:lnTo>
                  <a:pt x="5760" y="1331"/>
                </a:lnTo>
                <a:lnTo>
                  <a:pt x="5760" y="0"/>
                </a:lnTo>
                <a:cubicBezTo>
                  <a:pt x="3220" y="1206"/>
                  <a:pt x="2250" y="1146"/>
                  <a:pt x="0" y="1066"/>
                </a:cubicBezTo>
                <a:close/>
              </a:path>
            </a:pathLst>
          </a:custGeom>
          <a:gradFill rotWithShape="1">
            <a:gsLst>
              <a:gs pos="0">
                <a:srgbClr val="770000"/>
              </a:gs>
              <a:gs pos="50000">
                <a:srgbClr val="AD0000"/>
              </a:gs>
              <a:gs pos="100000">
                <a:srgbClr val="CE0000"/>
              </a:gs>
            </a:gsLst>
            <a:lin ang="18900000" scaled="1"/>
          </a:gradFill>
          <a:ln w="19050" cap="flat" cmpd="sng">
            <a:solidFill>
              <a:srgbClr val="C00000"/>
            </a:solidFill>
            <a:prstDash val="solid"/>
            <a:round/>
            <a:headEnd type="none" w="med" len="med"/>
            <a:tailEnd type="none" w="med" len="med"/>
          </a:ln>
          <a:effectLst>
            <a:outerShdw blurRad="63500" dist="44450" dir="16200000" algn="ctr" rotWithShape="0">
              <a:srgbClr val="000000">
                <a:alpha val="34998"/>
              </a:srgbClr>
            </a:outerShdw>
          </a:effectLst>
        </p:spPr>
        <p:txBody>
          <a:bodyPr/>
          <a:lstStyle/>
          <a:p>
            <a:endParaRPr lang="en-US"/>
          </a:p>
        </p:txBody>
      </p:sp>
      <p:sp>
        <p:nvSpPr>
          <p:cNvPr id="1028" name="Title Placeholder 8"/>
          <p:cNvSpPr>
            <a:spLocks noGrp="1"/>
          </p:cNvSpPr>
          <p:nvPr>
            <p:ph type="title"/>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ctr" anchorCtr="0" compatLnSpc="1">
            <a:prstTxWarp prst="textNoShape">
              <a:avLst/>
            </a:prstTxWarp>
          </a:bodyPr>
          <a:lstStyle/>
          <a:p>
            <a:pPr lvl="0"/>
            <a:r>
              <a:rPr lang="en-US" altLang="en-US"/>
              <a:t>Click to edit Master title style</a:t>
            </a:r>
          </a:p>
        </p:txBody>
      </p:sp>
      <p:sp>
        <p:nvSpPr>
          <p:cNvPr id="1029" name="Text Placeholder 29"/>
          <p:cNvSpPr>
            <a:spLocks noGrp="1"/>
          </p:cNvSpPr>
          <p:nvPr>
            <p:ph type="body" idx="1"/>
          </p:nvPr>
        </p:nvSpPr>
        <p:spPr bwMode="auto">
          <a:xfrm>
            <a:off x="457200" y="1600200"/>
            <a:ext cx="746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grpSp>
        <p:nvGrpSpPr>
          <p:cNvPr id="7" name="Group 6"/>
          <p:cNvGrpSpPr/>
          <p:nvPr userDrawn="1"/>
        </p:nvGrpSpPr>
        <p:grpSpPr>
          <a:xfrm>
            <a:off x="7010400" y="6209935"/>
            <a:ext cx="2133600" cy="598662"/>
            <a:chOff x="7010400" y="6209935"/>
            <a:chExt cx="2133600" cy="598662"/>
          </a:xfrm>
        </p:grpSpPr>
        <p:pic>
          <p:nvPicPr>
            <p:cNvPr id="8" name="Picture 7" descr="http://www.scouting.org/filestore/global/cubscout.gif?w=125&amp;h=125&amp;a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7010400" y="6209935"/>
              <a:ext cx="609600" cy="598662"/>
            </a:xfrm>
            <a:prstGeom prst="rect">
              <a:avLst/>
            </a:prstGeom>
            <a:noFill/>
            <a:ln>
              <a:noFill/>
            </a:ln>
          </p:spPr>
        </p:pic>
        <p:sp>
          <p:nvSpPr>
            <p:cNvPr id="9" name="TextBox 8"/>
            <p:cNvSpPr txBox="1"/>
            <p:nvPr userDrawn="1"/>
          </p:nvSpPr>
          <p:spPr>
            <a:xfrm>
              <a:off x="7620000" y="6324600"/>
              <a:ext cx="1524000" cy="369332"/>
            </a:xfrm>
            <a:prstGeom prst="rect">
              <a:avLst/>
            </a:prstGeom>
            <a:noFill/>
          </p:spPr>
          <p:txBody>
            <a:bodyPr wrap="square" rtlCol="0">
              <a:spAutoFit/>
            </a:bodyPr>
            <a:lstStyle/>
            <a:p>
              <a:r>
                <a:rPr lang="en-US" dirty="0">
                  <a:solidFill>
                    <a:schemeClr val="tx1"/>
                  </a:solidFill>
                </a:rPr>
                <a:t>Do Your Best</a:t>
              </a:r>
            </a:p>
          </p:txBody>
        </p:sp>
      </p:grpSp>
    </p:spTree>
  </p:cSld>
  <p:clrMap bg1="dk1" tx1="lt1" bg2="dk2" tx2="lt2" accent1="accent1" accent2="accent2" accent3="accent3" accent4="accent4" accent5="accent5" accent6="accent6" hlink="hlink" folHlink="folHlink"/>
  <p:sldLayoutIdLst>
    <p:sldLayoutId id="2147483709" r:id="rId1"/>
    <p:sldLayoutId id="2147483701" r:id="rId2"/>
    <p:sldLayoutId id="2147483710" r:id="rId3"/>
    <p:sldLayoutId id="2147483702" r:id="rId4"/>
    <p:sldLayoutId id="2147483703" r:id="rId5"/>
    <p:sldLayoutId id="2147483704" r:id="rId6"/>
    <p:sldLayoutId id="2147483705" r:id="rId7"/>
    <p:sldLayoutId id="2147483706" r:id="rId8"/>
    <p:sldLayoutId id="2147483707" r:id="rId9"/>
    <p:sldLayoutId id="2147483708" r:id="rId10"/>
  </p:sldLayoutIdLst>
  <p:txStyles>
    <p:titleStyle>
      <a:lvl1pPr algn="l" rtl="0" eaLnBrk="0" fontAlgn="base" hangingPunct="0">
        <a:spcBef>
          <a:spcPct val="0"/>
        </a:spcBef>
        <a:spcAft>
          <a:spcPct val="0"/>
        </a:spcAft>
        <a:defRPr sz="4600" kern="1200">
          <a:solidFill>
            <a:schemeClr val="bg1"/>
          </a:solidFill>
          <a:latin typeface="+mj-lt"/>
          <a:ea typeface="Geneva" charset="0"/>
          <a:cs typeface="+mj-cs"/>
        </a:defRPr>
      </a:lvl1pPr>
      <a:lvl2pPr algn="l" rtl="0" eaLnBrk="0" fontAlgn="base" hangingPunct="0">
        <a:spcBef>
          <a:spcPct val="0"/>
        </a:spcBef>
        <a:spcAft>
          <a:spcPct val="0"/>
        </a:spcAft>
        <a:defRPr sz="4600">
          <a:solidFill>
            <a:schemeClr val="bg1"/>
          </a:solidFill>
          <a:latin typeface="Franklin Gothic Book" charset="0"/>
          <a:ea typeface="Geneva" charset="0"/>
        </a:defRPr>
      </a:lvl2pPr>
      <a:lvl3pPr algn="l" rtl="0" eaLnBrk="0" fontAlgn="base" hangingPunct="0">
        <a:spcBef>
          <a:spcPct val="0"/>
        </a:spcBef>
        <a:spcAft>
          <a:spcPct val="0"/>
        </a:spcAft>
        <a:defRPr sz="4600">
          <a:solidFill>
            <a:schemeClr val="bg1"/>
          </a:solidFill>
          <a:latin typeface="Franklin Gothic Book" charset="0"/>
          <a:ea typeface="Geneva" charset="0"/>
        </a:defRPr>
      </a:lvl3pPr>
      <a:lvl4pPr algn="l" rtl="0" eaLnBrk="0" fontAlgn="base" hangingPunct="0">
        <a:spcBef>
          <a:spcPct val="0"/>
        </a:spcBef>
        <a:spcAft>
          <a:spcPct val="0"/>
        </a:spcAft>
        <a:defRPr sz="4600">
          <a:solidFill>
            <a:schemeClr val="bg1"/>
          </a:solidFill>
          <a:latin typeface="Franklin Gothic Book" charset="0"/>
          <a:ea typeface="Geneva" charset="0"/>
        </a:defRPr>
      </a:lvl4pPr>
      <a:lvl5pPr algn="l" rtl="0" eaLnBrk="0" fontAlgn="base" hangingPunct="0">
        <a:spcBef>
          <a:spcPct val="0"/>
        </a:spcBef>
        <a:spcAft>
          <a:spcPct val="0"/>
        </a:spcAft>
        <a:defRPr sz="4600">
          <a:solidFill>
            <a:schemeClr val="bg1"/>
          </a:solidFill>
          <a:latin typeface="Franklin Gothic Book" charset="0"/>
          <a:ea typeface="Geneva" charset="0"/>
        </a:defRPr>
      </a:lvl5pPr>
      <a:lvl6pPr marL="457200" algn="l" rtl="0" fontAlgn="base">
        <a:spcBef>
          <a:spcPct val="0"/>
        </a:spcBef>
        <a:spcAft>
          <a:spcPct val="0"/>
        </a:spcAft>
        <a:defRPr sz="4600">
          <a:solidFill>
            <a:schemeClr val="bg1"/>
          </a:solidFill>
          <a:latin typeface="Franklin Gothic Book" charset="0"/>
          <a:ea typeface="Geneva" charset="0"/>
        </a:defRPr>
      </a:lvl6pPr>
      <a:lvl7pPr marL="914400" algn="l" rtl="0" fontAlgn="base">
        <a:spcBef>
          <a:spcPct val="0"/>
        </a:spcBef>
        <a:spcAft>
          <a:spcPct val="0"/>
        </a:spcAft>
        <a:defRPr sz="4600">
          <a:solidFill>
            <a:schemeClr val="bg1"/>
          </a:solidFill>
          <a:latin typeface="Franklin Gothic Book" charset="0"/>
          <a:ea typeface="Geneva" charset="0"/>
        </a:defRPr>
      </a:lvl7pPr>
      <a:lvl8pPr marL="1371600" algn="l" rtl="0" fontAlgn="base">
        <a:spcBef>
          <a:spcPct val="0"/>
        </a:spcBef>
        <a:spcAft>
          <a:spcPct val="0"/>
        </a:spcAft>
        <a:defRPr sz="4600">
          <a:solidFill>
            <a:schemeClr val="bg1"/>
          </a:solidFill>
          <a:latin typeface="Franklin Gothic Book" charset="0"/>
          <a:ea typeface="Geneva" charset="0"/>
        </a:defRPr>
      </a:lvl8pPr>
      <a:lvl9pPr marL="1828800" algn="l" rtl="0" fontAlgn="base">
        <a:spcBef>
          <a:spcPct val="0"/>
        </a:spcBef>
        <a:spcAft>
          <a:spcPct val="0"/>
        </a:spcAft>
        <a:defRPr sz="4600">
          <a:solidFill>
            <a:schemeClr val="bg1"/>
          </a:solidFill>
          <a:latin typeface="Franklin Gothic Book" charset="0"/>
          <a:ea typeface="Geneva" charset="0"/>
        </a:defRPr>
      </a:lvl9pPr>
    </p:titleStyle>
    <p:bodyStyle>
      <a:lvl1pPr marL="419100" indent="-382588" algn="l" rtl="0" eaLnBrk="0" fontAlgn="base" hangingPunct="0">
        <a:spcBef>
          <a:spcPct val="20000"/>
        </a:spcBef>
        <a:spcAft>
          <a:spcPct val="0"/>
        </a:spcAft>
        <a:buClr>
          <a:schemeClr val="tx1"/>
        </a:buClr>
        <a:buSzPct val="80000"/>
        <a:buFont typeface="Wingdings 2" panose="05020102010507070707" pitchFamily="18" charset="2"/>
        <a:buChar char=""/>
        <a:defRPr sz="3000" kern="1200">
          <a:solidFill>
            <a:schemeClr val="bg1"/>
          </a:solidFill>
          <a:latin typeface="+mn-lt"/>
          <a:ea typeface="Geneva" charset="0"/>
          <a:cs typeface="+mn-cs"/>
        </a:defRPr>
      </a:lvl1pPr>
      <a:lvl2pPr marL="722313" indent="-273050" algn="l" rtl="0" eaLnBrk="0" fontAlgn="base" hangingPunct="0">
        <a:spcBef>
          <a:spcPct val="20000"/>
        </a:spcBef>
        <a:spcAft>
          <a:spcPct val="0"/>
        </a:spcAft>
        <a:buClr>
          <a:schemeClr val="tx1"/>
        </a:buClr>
        <a:buSzPct val="90000"/>
        <a:buFont typeface="Arial" panose="020B0604020202020204" pitchFamily="34" charset="0"/>
        <a:buChar char="•"/>
        <a:defRPr sz="2600" kern="1200">
          <a:solidFill>
            <a:schemeClr val="bg1"/>
          </a:solidFill>
          <a:latin typeface="+mn-lt"/>
          <a:ea typeface="Geneva" charset="0"/>
          <a:cs typeface="+mn-cs"/>
        </a:defRPr>
      </a:lvl2pPr>
      <a:lvl3pPr marL="1004888" indent="-255588" algn="l" rtl="0" eaLnBrk="0" fontAlgn="base" hangingPunct="0">
        <a:spcBef>
          <a:spcPct val="20000"/>
        </a:spcBef>
        <a:spcAft>
          <a:spcPct val="0"/>
        </a:spcAft>
        <a:buClr>
          <a:schemeClr val="tx1"/>
        </a:buClr>
        <a:buSzPct val="85000"/>
        <a:buFont typeface="Arial" panose="020B0604020202020204" pitchFamily="34" charset="0"/>
        <a:buChar char="○"/>
        <a:defRPr sz="2400" kern="1200">
          <a:solidFill>
            <a:schemeClr val="bg1"/>
          </a:solidFill>
          <a:latin typeface="+mn-lt"/>
          <a:ea typeface="Geneva" charset="0"/>
          <a:cs typeface="+mn-cs"/>
        </a:defRPr>
      </a:lvl3pPr>
      <a:lvl4pPr marL="1279525" indent="-236538" algn="l" rtl="0" eaLnBrk="0" fontAlgn="base" hangingPunct="0">
        <a:spcBef>
          <a:spcPct val="20000"/>
        </a:spcBef>
        <a:spcAft>
          <a:spcPct val="0"/>
        </a:spcAft>
        <a:buClr>
          <a:schemeClr val="tx1"/>
        </a:buClr>
        <a:buSzPct val="90000"/>
        <a:buFont typeface="Wingdings 2" panose="05020102010507070707" pitchFamily="18" charset="2"/>
        <a:buChar char=""/>
        <a:defRPr sz="2000" kern="1200">
          <a:solidFill>
            <a:schemeClr val="bg1"/>
          </a:solidFill>
          <a:latin typeface="+mn-lt"/>
          <a:ea typeface="Geneva" charset="0"/>
          <a:cs typeface="+mn-cs"/>
        </a:defRPr>
      </a:lvl4pPr>
      <a:lvl5pPr marL="1489075" indent="-182563" algn="l" rtl="0" eaLnBrk="0" fontAlgn="base" hangingPunct="0">
        <a:spcBef>
          <a:spcPct val="20000"/>
        </a:spcBef>
        <a:spcAft>
          <a:spcPct val="0"/>
        </a:spcAft>
        <a:buClr>
          <a:schemeClr val="tx1"/>
        </a:buClr>
        <a:buSzPct val="100000"/>
        <a:buFont typeface="Arial" panose="020B0604020202020204" pitchFamily="34" charset="0"/>
        <a:buChar char="-"/>
        <a:defRPr sz="2000" kern="1200">
          <a:solidFill>
            <a:schemeClr val="bg1"/>
          </a:solidFill>
          <a:latin typeface="+mn-lt"/>
          <a:ea typeface="Geneva" charset="0"/>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8625" y="3336925"/>
            <a:ext cx="6480175" cy="2301875"/>
          </a:xfrm>
        </p:spPr>
        <p:txBody>
          <a:bodyPr>
            <a:normAutofit/>
          </a:bodyPr>
          <a:lstStyle/>
          <a:p>
            <a:pPr eaLnBrk="1" fontAlgn="auto" hangingPunct="1">
              <a:spcAft>
                <a:spcPts val="0"/>
              </a:spcAft>
              <a:defRPr/>
            </a:pPr>
            <a:r>
              <a:rPr lang="en-US" dirty="0">
                <a:ea typeface="+mj-ea"/>
              </a:rPr>
              <a:t>Pack Meeting</a:t>
            </a:r>
            <a:br>
              <a:rPr lang="en-US" dirty="0">
                <a:ea typeface="+mj-ea"/>
              </a:rPr>
            </a:br>
            <a:r>
              <a:rPr lang="en-US" dirty="0">
                <a:ea typeface="+mj-ea"/>
              </a:rPr>
              <a:t>Pack 232 </a:t>
            </a:r>
            <a:endParaRPr dirty="0">
              <a:ea typeface="+mj-ea"/>
            </a:endParaRPr>
          </a:p>
        </p:txBody>
      </p:sp>
      <p:sp>
        <p:nvSpPr>
          <p:cNvPr id="3074" name="Subtitle 2"/>
          <p:cNvSpPr>
            <a:spLocks noGrp="1"/>
          </p:cNvSpPr>
          <p:nvPr>
            <p:ph type="subTitle" idx="1"/>
          </p:nvPr>
        </p:nvSpPr>
        <p:spPr>
          <a:xfrm>
            <a:off x="433388" y="1544638"/>
            <a:ext cx="6480175" cy="1752600"/>
          </a:xfrm>
        </p:spPr>
        <p:txBody>
          <a:bodyPr/>
          <a:lstStyle/>
          <a:p>
            <a:pPr eaLnBrk="1" hangingPunct="1"/>
            <a:r>
              <a:rPr lang="en-US" altLang="en-US" dirty="0">
                <a:ea typeface="Geneva" charset="-128"/>
              </a:rPr>
              <a:t>November 19</a:t>
            </a:r>
            <a:r>
              <a:rPr lang="en-US" altLang="en-US" baseline="30000" dirty="0">
                <a:ea typeface="Geneva" charset="-128"/>
              </a:rPr>
              <a:t>th</a:t>
            </a:r>
            <a:r>
              <a:rPr lang="en-US" altLang="en-US" dirty="0">
                <a:ea typeface="Geneva" charset="-128"/>
              </a:rPr>
              <a:t> 2019</a:t>
            </a:r>
          </a:p>
        </p:txBody>
      </p:sp>
      <p:pic>
        <p:nvPicPr>
          <p:cNvPr id="4" name="Picture 3" descr="http://www.scouting.org/filestore/global/cubscout.gif?w=125&amp;h=125&amp;a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3297238"/>
            <a:ext cx="952500" cy="952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Pack Meeting – Nov. 19</a:t>
            </a:r>
            <a:r>
              <a:rPr lang="en-US" baseline="30000" dirty="0"/>
              <a:t>th</a:t>
            </a:r>
            <a:r>
              <a:rPr lang="en-US" dirty="0"/>
              <a:t> </a:t>
            </a:r>
          </a:p>
        </p:txBody>
      </p:sp>
      <p:sp>
        <p:nvSpPr>
          <p:cNvPr id="5" name="Content Placeholder 4"/>
          <p:cNvSpPr>
            <a:spLocks noGrp="1"/>
          </p:cNvSpPr>
          <p:nvPr>
            <p:ph idx="1"/>
          </p:nvPr>
        </p:nvSpPr>
        <p:spPr/>
        <p:txBody>
          <a:bodyPr/>
          <a:lstStyle/>
          <a:p>
            <a:pPr>
              <a:buClrTx/>
            </a:pPr>
            <a:r>
              <a:rPr lang="en-US" dirty="0"/>
              <a:t>Gathering – Make Silly Putty!!!</a:t>
            </a:r>
          </a:p>
          <a:p>
            <a:pPr>
              <a:buClrTx/>
            </a:pPr>
            <a:r>
              <a:rPr lang="en-US" dirty="0"/>
              <a:t>Opening – Pledge/Oath/Law/Outdoor Code</a:t>
            </a:r>
          </a:p>
          <a:p>
            <a:pPr>
              <a:buClrTx/>
            </a:pPr>
            <a:r>
              <a:rPr lang="en-US" dirty="0"/>
              <a:t>Program – Bethlehem History</a:t>
            </a:r>
          </a:p>
          <a:p>
            <a:pPr>
              <a:buClrTx/>
            </a:pPr>
            <a:r>
              <a:rPr lang="en-US" dirty="0"/>
              <a:t>Game – Face the Cookie!!!!</a:t>
            </a:r>
          </a:p>
          <a:p>
            <a:pPr>
              <a:buClrTx/>
            </a:pPr>
            <a:r>
              <a:rPr lang="en-US" dirty="0"/>
              <a:t>Recognition - Awards</a:t>
            </a:r>
          </a:p>
          <a:p>
            <a:pPr>
              <a:buClrTx/>
            </a:pPr>
            <a:r>
              <a:rPr lang="en-US" dirty="0"/>
              <a:t>Snacks</a:t>
            </a:r>
          </a:p>
          <a:p>
            <a:pPr>
              <a:buClrTx/>
            </a:pPr>
            <a:r>
              <a:rPr lang="en-US" dirty="0"/>
              <a:t>Announcements</a:t>
            </a:r>
          </a:p>
          <a:p>
            <a:pPr>
              <a:buClrTx/>
            </a:pPr>
            <a:r>
              <a:rPr lang="en-US" dirty="0"/>
              <a:t>Cubmaster’s Minute</a:t>
            </a:r>
          </a:p>
          <a:p>
            <a:pPr marL="36512" indent="0">
              <a:buClrTx/>
              <a:buNone/>
            </a:pPr>
            <a:endParaRPr lang="en-US" dirty="0"/>
          </a:p>
        </p:txBody>
      </p:sp>
    </p:spTree>
    <p:extLst>
      <p:ext uri="{BB962C8B-B14F-4D97-AF65-F5344CB8AC3E}">
        <p14:creationId xmlns:p14="http://schemas.microsoft.com/office/powerpoint/2010/main" val="4367953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Making Silly Putty</a:t>
            </a:r>
          </a:p>
        </p:txBody>
      </p:sp>
      <p:sp>
        <p:nvSpPr>
          <p:cNvPr id="5" name="Content Placeholder 4"/>
          <p:cNvSpPr>
            <a:spLocks noGrp="1"/>
          </p:cNvSpPr>
          <p:nvPr>
            <p:ph idx="1"/>
          </p:nvPr>
        </p:nvSpPr>
        <p:spPr>
          <a:xfrm>
            <a:off x="457200" y="1600200"/>
            <a:ext cx="6096000" cy="4114800"/>
          </a:xfrm>
        </p:spPr>
        <p:txBody>
          <a:bodyPr/>
          <a:lstStyle/>
          <a:p>
            <a:pPr>
              <a:buClrTx/>
            </a:pPr>
            <a:r>
              <a:rPr lang="en-US" sz="2000" dirty="0"/>
              <a:t>Get a bowl, spoon, and SOLO red cup</a:t>
            </a:r>
          </a:p>
          <a:p>
            <a:pPr>
              <a:buClrTx/>
            </a:pPr>
            <a:r>
              <a:rPr lang="en-US" sz="2000" dirty="0"/>
              <a:t>Using the ½ cup measuring cup, pour 3/8</a:t>
            </a:r>
            <a:r>
              <a:rPr lang="en-US" sz="2000" baseline="30000" dirty="0"/>
              <a:t>th</a:t>
            </a:r>
            <a:r>
              <a:rPr lang="en-US" sz="2000" dirty="0"/>
              <a:t> cup (have an adult guestimate) of the Colored Borax Solution in your bowl</a:t>
            </a:r>
          </a:p>
          <a:p>
            <a:pPr>
              <a:buClrTx/>
            </a:pPr>
            <a:r>
              <a:rPr lang="en-US" sz="2000" dirty="0"/>
              <a:t>Using the 1 cup measuring cup, pour ¾ cup of the Glue Solution into your red cup and then pour SLOWLY from the red cup into your bowl while stirring with the spoon</a:t>
            </a:r>
          </a:p>
          <a:p>
            <a:pPr>
              <a:buClrTx/>
            </a:pPr>
            <a:r>
              <a:rPr lang="en-US" sz="2000" dirty="0"/>
              <a:t>When the liquids are fully combined in the bowl, form the solids into a ball with your hands (it will feel like snot!!)</a:t>
            </a:r>
          </a:p>
          <a:p>
            <a:pPr>
              <a:buClrTx/>
            </a:pPr>
            <a:r>
              <a:rPr lang="en-US" sz="2000" dirty="0"/>
              <a:t>Put silly putty ball in plastic bag to take home</a:t>
            </a:r>
          </a:p>
          <a:p>
            <a:pPr>
              <a:buClrTx/>
            </a:pPr>
            <a:r>
              <a:rPr lang="en-US" sz="2000" b="1" dirty="0"/>
              <a:t>WASH YOUR HANDS WHEN ALL DONE!!!!</a:t>
            </a:r>
          </a:p>
          <a:p>
            <a:pPr marL="36512" indent="0">
              <a:buClrTx/>
              <a:buNone/>
            </a:pPr>
            <a:endParaRPr lang="en-US" dirty="0"/>
          </a:p>
        </p:txBody>
      </p:sp>
      <p:pic>
        <p:nvPicPr>
          <p:cNvPr id="3" name="Picture 2" descr="A picture containing food, cake, cream, sitting&#10;&#10;Description automatically generated">
            <a:extLst>
              <a:ext uri="{FF2B5EF4-FFF2-40B4-BE49-F238E27FC236}">
                <a16:creationId xmlns:a16="http://schemas.microsoft.com/office/drawing/2014/main" id="{C8DCA4FE-3267-494A-BBD3-A092D0AAF9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6150522" y="1962150"/>
            <a:ext cx="2895600" cy="2171700"/>
          </a:xfrm>
          <a:prstGeom prst="rect">
            <a:avLst/>
          </a:prstGeom>
        </p:spPr>
      </p:pic>
    </p:spTree>
    <p:extLst>
      <p:ext uri="{BB962C8B-B14F-4D97-AF65-F5344CB8AC3E}">
        <p14:creationId xmlns:p14="http://schemas.microsoft.com/office/powerpoint/2010/main" val="2416381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DF623-D63F-4240-AF54-07B43D46C1E1}"/>
              </a:ext>
            </a:extLst>
          </p:cNvPr>
          <p:cNvSpPr>
            <a:spLocks noGrp="1"/>
          </p:cNvSpPr>
          <p:nvPr>
            <p:ph type="title"/>
          </p:nvPr>
        </p:nvSpPr>
        <p:spPr/>
        <p:txBody>
          <a:bodyPr/>
          <a:lstStyle/>
          <a:p>
            <a:r>
              <a:rPr lang="en-US" dirty="0"/>
              <a:t>Bethlehem History</a:t>
            </a:r>
          </a:p>
        </p:txBody>
      </p:sp>
      <p:pic>
        <p:nvPicPr>
          <p:cNvPr id="5" name="Content Placeholder 4" descr="A house with trees in the background&#10;&#10;Description automatically generated">
            <a:extLst>
              <a:ext uri="{FF2B5EF4-FFF2-40B4-BE49-F238E27FC236}">
                <a16:creationId xmlns:a16="http://schemas.microsoft.com/office/drawing/2014/main" id="{6414D58C-A352-AE47-9654-48560504FAB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04900" y="1809750"/>
            <a:ext cx="6172200" cy="3695700"/>
          </a:xfrm>
        </p:spPr>
      </p:pic>
    </p:spTree>
    <p:extLst>
      <p:ext uri="{BB962C8B-B14F-4D97-AF65-F5344CB8AC3E}">
        <p14:creationId xmlns:p14="http://schemas.microsoft.com/office/powerpoint/2010/main" val="4055450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FDC56-34BB-E249-86C1-52852D1AF6F4}"/>
              </a:ext>
            </a:extLst>
          </p:cNvPr>
          <p:cNvSpPr>
            <a:spLocks noGrp="1"/>
          </p:cNvSpPr>
          <p:nvPr>
            <p:ph type="title"/>
          </p:nvPr>
        </p:nvSpPr>
        <p:spPr/>
        <p:txBody>
          <a:bodyPr/>
          <a:lstStyle/>
          <a:p>
            <a:r>
              <a:rPr lang="en-US" dirty="0"/>
              <a:t>GAME</a:t>
            </a:r>
          </a:p>
        </p:txBody>
      </p:sp>
      <p:pic>
        <p:nvPicPr>
          <p:cNvPr id="4" name="Picture 3" descr="A person holding a sign&#10;&#10;Description automatically generated">
            <a:extLst>
              <a:ext uri="{FF2B5EF4-FFF2-40B4-BE49-F238E27FC236}">
                <a16:creationId xmlns:a16="http://schemas.microsoft.com/office/drawing/2014/main" id="{1D02621A-091F-6443-AB60-3DB73FFB60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1240824"/>
            <a:ext cx="7657652" cy="4397976"/>
          </a:xfrm>
          <a:prstGeom prst="rect">
            <a:avLst/>
          </a:prstGeom>
        </p:spPr>
      </p:pic>
    </p:spTree>
    <p:extLst>
      <p:ext uri="{BB962C8B-B14F-4D97-AF65-F5344CB8AC3E}">
        <p14:creationId xmlns:p14="http://schemas.microsoft.com/office/powerpoint/2010/main" val="2160838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FDC56-34BB-E249-86C1-52852D1AF6F4}"/>
              </a:ext>
            </a:extLst>
          </p:cNvPr>
          <p:cNvSpPr>
            <a:spLocks noGrp="1"/>
          </p:cNvSpPr>
          <p:nvPr>
            <p:ph type="title"/>
          </p:nvPr>
        </p:nvSpPr>
        <p:spPr/>
        <p:txBody>
          <a:bodyPr/>
          <a:lstStyle/>
          <a:p>
            <a:r>
              <a:rPr lang="en-US" dirty="0"/>
              <a:t>Awards and Den Reports</a:t>
            </a:r>
          </a:p>
        </p:txBody>
      </p:sp>
    </p:spTree>
    <p:extLst>
      <p:ext uri="{BB962C8B-B14F-4D97-AF65-F5344CB8AC3E}">
        <p14:creationId xmlns:p14="http://schemas.microsoft.com/office/powerpoint/2010/main" val="11991195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B0A75E-AAFB-DD4A-A33D-2A67C1A70244}"/>
              </a:ext>
            </a:extLst>
          </p:cNvPr>
          <p:cNvSpPr>
            <a:spLocks noGrp="1"/>
          </p:cNvSpPr>
          <p:nvPr>
            <p:ph idx="1"/>
          </p:nvPr>
        </p:nvSpPr>
        <p:spPr>
          <a:xfrm>
            <a:off x="457200" y="3733800"/>
            <a:ext cx="7467600" cy="1981200"/>
          </a:xfrm>
        </p:spPr>
        <p:txBody>
          <a:bodyPr/>
          <a:lstStyle/>
          <a:p>
            <a:pPr>
              <a:buClr>
                <a:schemeClr val="bg1"/>
              </a:buClr>
            </a:pPr>
            <a:r>
              <a:rPr lang="en-US" sz="2000" dirty="0"/>
              <a:t>Scouting for Food Coordinator</a:t>
            </a:r>
          </a:p>
          <a:p>
            <a:pPr>
              <a:buClr>
                <a:schemeClr val="bg1"/>
              </a:buClr>
            </a:pPr>
            <a:r>
              <a:rPr lang="en-US" sz="2000" dirty="0"/>
              <a:t>Blue &amp; Gold Picnic Coordinator</a:t>
            </a:r>
          </a:p>
          <a:p>
            <a:pPr>
              <a:buClr>
                <a:schemeClr val="bg1"/>
              </a:buClr>
            </a:pPr>
            <a:r>
              <a:rPr lang="en-US" sz="2000" dirty="0"/>
              <a:t>Pinewood Derby Team</a:t>
            </a:r>
          </a:p>
          <a:p>
            <a:pPr>
              <a:buClr>
                <a:schemeClr val="bg1"/>
              </a:buClr>
            </a:pPr>
            <a:r>
              <a:rPr lang="en-US" sz="2000" dirty="0"/>
              <a:t>Pack 232 t-shirt Coordinator</a:t>
            </a:r>
          </a:p>
          <a:p>
            <a:pPr>
              <a:buClr>
                <a:schemeClr val="bg1"/>
              </a:buClr>
            </a:pPr>
            <a:r>
              <a:rPr lang="en-US" sz="2000" dirty="0"/>
              <a:t>Membership Coordinator (social media expertise is a plus)</a:t>
            </a:r>
          </a:p>
        </p:txBody>
      </p:sp>
      <p:pic>
        <p:nvPicPr>
          <p:cNvPr id="6" name="Picture 5" descr="A person wearing a hat&#10;&#10;Description automatically generated">
            <a:extLst>
              <a:ext uri="{FF2B5EF4-FFF2-40B4-BE49-F238E27FC236}">
                <a16:creationId xmlns:a16="http://schemas.microsoft.com/office/drawing/2014/main" id="{49DABE06-B426-1B45-AFDC-A939315F8A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304800"/>
            <a:ext cx="4483100" cy="3302436"/>
          </a:xfrm>
          <a:prstGeom prst="rect">
            <a:avLst/>
          </a:prstGeom>
        </p:spPr>
      </p:pic>
    </p:spTree>
    <p:extLst>
      <p:ext uri="{BB962C8B-B14F-4D97-AF65-F5344CB8AC3E}">
        <p14:creationId xmlns:p14="http://schemas.microsoft.com/office/powerpoint/2010/main" val="34692387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56BF9-55AB-B843-9732-9AA0C7B83BF6}"/>
              </a:ext>
            </a:extLst>
          </p:cNvPr>
          <p:cNvSpPr>
            <a:spLocks noGrp="1"/>
          </p:cNvSpPr>
          <p:nvPr>
            <p:ph type="title"/>
          </p:nvPr>
        </p:nvSpPr>
        <p:spPr/>
        <p:txBody>
          <a:bodyPr/>
          <a:lstStyle/>
          <a:p>
            <a:r>
              <a:rPr lang="en-US" dirty="0"/>
              <a:t>SAVE THE DATE!!!!!	</a:t>
            </a:r>
          </a:p>
        </p:txBody>
      </p:sp>
      <p:sp>
        <p:nvSpPr>
          <p:cNvPr id="3" name="Content Placeholder 2">
            <a:extLst>
              <a:ext uri="{FF2B5EF4-FFF2-40B4-BE49-F238E27FC236}">
                <a16:creationId xmlns:a16="http://schemas.microsoft.com/office/drawing/2014/main" id="{32B0A75E-AAFB-DD4A-A33D-2A67C1A70244}"/>
              </a:ext>
            </a:extLst>
          </p:cNvPr>
          <p:cNvSpPr>
            <a:spLocks noGrp="1"/>
          </p:cNvSpPr>
          <p:nvPr>
            <p:ph idx="1"/>
          </p:nvPr>
        </p:nvSpPr>
        <p:spPr/>
        <p:txBody>
          <a:bodyPr/>
          <a:lstStyle/>
          <a:p>
            <a:pPr marL="36512" indent="0">
              <a:buClr>
                <a:schemeClr val="bg1"/>
              </a:buClr>
              <a:buNone/>
            </a:pPr>
            <a:r>
              <a:rPr lang="en-US" sz="2000" dirty="0"/>
              <a:t>Winter </a:t>
            </a:r>
            <a:r>
              <a:rPr lang="en-US" sz="2000" dirty="0">
                <a:solidFill>
                  <a:srgbClr val="C00000"/>
                </a:solidFill>
              </a:rPr>
              <a:t>HEATED CABIN </a:t>
            </a:r>
            <a:r>
              <a:rPr lang="en-US" sz="2000" dirty="0"/>
              <a:t>Camping is 2/07 - 2/09/2020 (you will be home well before the Super Bowl starts):</a:t>
            </a:r>
          </a:p>
          <a:p>
            <a:pPr lvl="1">
              <a:buClr>
                <a:schemeClr val="bg1"/>
              </a:buClr>
            </a:pPr>
            <a:r>
              <a:rPr lang="en-US" sz="1600" dirty="0"/>
              <a:t>At Rotary Scout Reservation (279 Davitt Lake Road, Poestenkill)</a:t>
            </a:r>
          </a:p>
          <a:p>
            <a:pPr lvl="1">
              <a:buClr>
                <a:schemeClr val="bg1"/>
              </a:buClr>
            </a:pPr>
            <a:r>
              <a:rPr lang="en-US" sz="1600" dirty="0"/>
              <a:t>Hiking, Sledding, Games, Movies, Ice Fishing, Astronomy</a:t>
            </a:r>
          </a:p>
          <a:p>
            <a:pPr lvl="1">
              <a:buClr>
                <a:schemeClr val="bg1"/>
              </a:buClr>
            </a:pPr>
            <a:r>
              <a:rPr lang="en-US" sz="1600" dirty="0"/>
              <a:t>Cost per person is TBD (Meals and DESSERTS! provided)</a:t>
            </a:r>
          </a:p>
          <a:p>
            <a:pPr lvl="1">
              <a:buClr>
                <a:schemeClr val="bg1"/>
              </a:buClr>
            </a:pPr>
            <a:r>
              <a:rPr lang="en-US" sz="1600" dirty="0"/>
              <a:t>Capacity = 78 (1 adult per family, no non-scout siblings)</a:t>
            </a:r>
          </a:p>
          <a:p>
            <a:pPr lvl="1">
              <a:buClr>
                <a:schemeClr val="bg1"/>
              </a:buClr>
            </a:pPr>
            <a:r>
              <a:rPr lang="en-US" sz="1800" b="1" dirty="0"/>
              <a:t>Registration to Go Live on Sunday, December 1 at 9am</a:t>
            </a:r>
          </a:p>
          <a:p>
            <a:pPr lvl="1">
              <a:buClr>
                <a:schemeClr val="bg1"/>
              </a:buClr>
            </a:pPr>
            <a:r>
              <a:rPr lang="en-US" sz="1600" u="sng" dirty="0"/>
              <a:t>In 2019, registration closed out in 9 hours!!!!!!!!!!!</a:t>
            </a:r>
          </a:p>
        </p:txBody>
      </p:sp>
      <p:pic>
        <p:nvPicPr>
          <p:cNvPr id="5" name="Picture 4">
            <a:extLst>
              <a:ext uri="{FF2B5EF4-FFF2-40B4-BE49-F238E27FC236}">
                <a16:creationId xmlns:a16="http://schemas.microsoft.com/office/drawing/2014/main" id="{519500B8-CC1A-7F40-B82D-8607F8C2C9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4094025"/>
            <a:ext cx="3352800" cy="2514600"/>
          </a:xfrm>
          <a:prstGeom prst="rect">
            <a:avLst/>
          </a:prstGeom>
        </p:spPr>
      </p:pic>
      <p:pic>
        <p:nvPicPr>
          <p:cNvPr id="7" name="Picture 6">
            <a:extLst>
              <a:ext uri="{FF2B5EF4-FFF2-40B4-BE49-F238E27FC236}">
                <a16:creationId xmlns:a16="http://schemas.microsoft.com/office/drawing/2014/main" id="{7FCAA6F5-D7F5-F54C-971B-F9C049FA9A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5200" y="4078259"/>
            <a:ext cx="3449947" cy="2587460"/>
          </a:xfrm>
          <a:prstGeom prst="rect">
            <a:avLst/>
          </a:prstGeom>
        </p:spPr>
      </p:pic>
    </p:spTree>
    <p:extLst>
      <p:ext uri="{BB962C8B-B14F-4D97-AF65-F5344CB8AC3E}">
        <p14:creationId xmlns:p14="http://schemas.microsoft.com/office/powerpoint/2010/main" val="1442053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5B3E1-637C-EA42-8D1E-0790037A579B}"/>
              </a:ext>
            </a:extLst>
          </p:cNvPr>
          <p:cNvSpPr>
            <a:spLocks noGrp="1"/>
          </p:cNvSpPr>
          <p:nvPr>
            <p:ph type="title"/>
          </p:nvPr>
        </p:nvSpPr>
        <p:spPr/>
        <p:txBody>
          <a:bodyPr/>
          <a:lstStyle/>
          <a:p>
            <a:r>
              <a:rPr lang="en-US" dirty="0"/>
              <a:t>SAVE THE DATE!!!</a:t>
            </a:r>
          </a:p>
        </p:txBody>
      </p:sp>
      <p:sp>
        <p:nvSpPr>
          <p:cNvPr id="3" name="Content Placeholder 2">
            <a:extLst>
              <a:ext uri="{FF2B5EF4-FFF2-40B4-BE49-F238E27FC236}">
                <a16:creationId xmlns:a16="http://schemas.microsoft.com/office/drawing/2014/main" id="{DDAD2AFE-8555-7041-B6C3-368FA1B935A6}"/>
              </a:ext>
            </a:extLst>
          </p:cNvPr>
          <p:cNvSpPr>
            <a:spLocks noGrp="1"/>
          </p:cNvSpPr>
          <p:nvPr>
            <p:ph idx="1"/>
          </p:nvPr>
        </p:nvSpPr>
        <p:spPr/>
        <p:txBody>
          <a:bodyPr/>
          <a:lstStyle/>
          <a:p>
            <a:pPr>
              <a:buClr>
                <a:schemeClr val="bg1"/>
              </a:buClr>
              <a:buFont typeface="Arial" panose="020B0604020202020204" pitchFamily="34" charset="0"/>
              <a:buChar char="•"/>
            </a:pPr>
            <a:r>
              <a:rPr lang="en-US" sz="2800" b="1" dirty="0"/>
              <a:t>STEM Day Camp</a:t>
            </a:r>
          </a:p>
          <a:p>
            <a:pPr>
              <a:buClr>
                <a:schemeClr val="bg1"/>
              </a:buClr>
              <a:buFont typeface="Arial" panose="020B0604020202020204" pitchFamily="34" charset="0"/>
              <a:buChar char="•"/>
            </a:pPr>
            <a:r>
              <a:rPr lang="en-US" sz="2800" dirty="0"/>
              <a:t>For Wolves (2</a:t>
            </a:r>
            <a:r>
              <a:rPr lang="en-US" sz="2800" baseline="30000" dirty="0"/>
              <a:t>nd </a:t>
            </a:r>
            <a:r>
              <a:rPr lang="en-US" sz="2800" dirty="0"/>
              <a:t>Grade) - Arrow of Lights (5</a:t>
            </a:r>
            <a:r>
              <a:rPr lang="en-US" sz="2800" baseline="30000" dirty="0"/>
              <a:t>th</a:t>
            </a:r>
            <a:r>
              <a:rPr lang="en-US" sz="2800" dirty="0"/>
              <a:t> Grade).</a:t>
            </a:r>
          </a:p>
          <a:p>
            <a:pPr>
              <a:buClr>
                <a:schemeClr val="bg1"/>
              </a:buClr>
              <a:buFont typeface="Arial" panose="020B0604020202020204" pitchFamily="34" charset="0"/>
              <a:buChar char="•"/>
            </a:pPr>
            <a:r>
              <a:rPr lang="en-US" sz="2800" dirty="0"/>
              <a:t>Teaching problem solving, programming, team building, and much more!</a:t>
            </a:r>
          </a:p>
          <a:p>
            <a:pPr>
              <a:buClr>
                <a:schemeClr val="bg1"/>
              </a:buClr>
              <a:buFont typeface="Arial" panose="020B0604020202020204" pitchFamily="34" charset="0"/>
              <a:buChar char="•"/>
            </a:pPr>
            <a:r>
              <a:rPr lang="en-US" sz="2800" dirty="0"/>
              <a:t>Build your own computer! and take it home!</a:t>
            </a:r>
          </a:p>
          <a:p>
            <a:pPr>
              <a:buClr>
                <a:schemeClr val="bg1"/>
              </a:buClr>
              <a:buFont typeface="Arial" panose="020B0604020202020204" pitchFamily="34" charset="0"/>
              <a:buChar char="•"/>
            </a:pPr>
            <a:r>
              <a:rPr lang="en-US" sz="2800" dirty="0"/>
              <a:t>When = February 18 – 21</a:t>
            </a:r>
          </a:p>
          <a:p>
            <a:pPr>
              <a:buClr>
                <a:schemeClr val="bg1"/>
              </a:buClr>
              <a:buFont typeface="Arial" panose="020B0604020202020204" pitchFamily="34" charset="0"/>
              <a:buChar char="•"/>
            </a:pPr>
            <a:r>
              <a:rPr lang="en-US" sz="2800" dirty="0"/>
              <a:t>Where = Shaker High School (445 Watervliet Shaker Road, Latham)</a:t>
            </a:r>
          </a:p>
          <a:p>
            <a:pPr>
              <a:buClr>
                <a:schemeClr val="bg1"/>
              </a:buClr>
              <a:buFont typeface="Arial" panose="020B0604020202020204" pitchFamily="34" charset="0"/>
              <a:buChar char="•"/>
            </a:pPr>
            <a:r>
              <a:rPr lang="en-US" sz="2800" dirty="0"/>
              <a:t>Cost = $225</a:t>
            </a:r>
          </a:p>
          <a:p>
            <a:pPr>
              <a:buClr>
                <a:schemeClr val="bg1"/>
              </a:buClr>
              <a:buFont typeface="Arial" panose="020B0604020202020204" pitchFamily="34" charset="0"/>
              <a:buChar char="•"/>
            </a:pPr>
            <a:endParaRPr lang="en-US" dirty="0"/>
          </a:p>
        </p:txBody>
      </p:sp>
    </p:spTree>
    <p:extLst>
      <p:ext uri="{BB962C8B-B14F-4D97-AF65-F5344CB8AC3E}">
        <p14:creationId xmlns:p14="http://schemas.microsoft.com/office/powerpoint/2010/main" val="2880768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DEDF6-4D61-5B42-93B4-60C16FEFFBAD}"/>
              </a:ext>
            </a:extLst>
          </p:cNvPr>
          <p:cNvSpPr>
            <a:spLocks noGrp="1"/>
          </p:cNvSpPr>
          <p:nvPr>
            <p:ph type="title"/>
          </p:nvPr>
        </p:nvSpPr>
        <p:spPr/>
        <p:txBody>
          <a:bodyPr/>
          <a:lstStyle/>
          <a:p>
            <a:r>
              <a:rPr lang="en-US" dirty="0"/>
              <a:t>Other Pack Events</a:t>
            </a:r>
            <a:endParaRPr lang="en-US" sz="2800" dirty="0"/>
          </a:p>
        </p:txBody>
      </p:sp>
      <p:sp>
        <p:nvSpPr>
          <p:cNvPr id="3" name="Content Placeholder 2">
            <a:extLst>
              <a:ext uri="{FF2B5EF4-FFF2-40B4-BE49-F238E27FC236}">
                <a16:creationId xmlns:a16="http://schemas.microsoft.com/office/drawing/2014/main" id="{37030BC4-275A-8F41-870C-F52EFA64DE8D}"/>
              </a:ext>
            </a:extLst>
          </p:cNvPr>
          <p:cNvSpPr>
            <a:spLocks noGrp="1"/>
          </p:cNvSpPr>
          <p:nvPr>
            <p:ph idx="1"/>
          </p:nvPr>
        </p:nvSpPr>
        <p:spPr>
          <a:xfrm>
            <a:off x="457200" y="1295400"/>
            <a:ext cx="7467600" cy="4114800"/>
          </a:xfrm>
        </p:spPr>
        <p:txBody>
          <a:bodyPr/>
          <a:lstStyle/>
          <a:p>
            <a:pPr>
              <a:buClr>
                <a:schemeClr val="bg1"/>
              </a:buClr>
            </a:pPr>
            <a:r>
              <a:rPr lang="en-US" sz="2200" dirty="0"/>
              <a:t>Caroling for RMH = 12/17 @ 6pm</a:t>
            </a:r>
          </a:p>
          <a:p>
            <a:pPr>
              <a:buClr>
                <a:schemeClr val="bg1"/>
              </a:buClr>
            </a:pPr>
            <a:r>
              <a:rPr lang="en-US" sz="2200" dirty="0"/>
              <a:t>Indoor Rock Climbing = January</a:t>
            </a:r>
          </a:p>
          <a:p>
            <a:pPr>
              <a:buClr>
                <a:schemeClr val="bg1"/>
              </a:buClr>
            </a:pPr>
            <a:r>
              <a:rPr lang="en-US" sz="2200" dirty="0"/>
              <a:t>Bethlehem Cub Scout Winter Carnival = Jan/Feb</a:t>
            </a:r>
          </a:p>
          <a:p>
            <a:pPr>
              <a:buClr>
                <a:schemeClr val="bg1"/>
              </a:buClr>
            </a:pPr>
            <a:r>
              <a:rPr lang="en-US" sz="2200" dirty="0"/>
              <a:t>Tubing = February</a:t>
            </a:r>
          </a:p>
          <a:p>
            <a:pPr>
              <a:buClr>
                <a:schemeClr val="bg1"/>
              </a:buClr>
            </a:pPr>
            <a:r>
              <a:rPr lang="en-US" sz="2200" dirty="0"/>
              <a:t>Pack Pinewood Derby = 3/07</a:t>
            </a:r>
          </a:p>
          <a:p>
            <a:pPr>
              <a:buClr>
                <a:schemeClr val="bg1"/>
              </a:buClr>
            </a:pPr>
            <a:r>
              <a:rPr lang="en-US" sz="2200" dirty="0"/>
              <a:t>Howe Caverns = 3/28</a:t>
            </a:r>
          </a:p>
          <a:p>
            <a:pPr>
              <a:buClr>
                <a:schemeClr val="bg1"/>
              </a:buClr>
            </a:pPr>
            <a:r>
              <a:rPr lang="en-US" sz="2200" dirty="0"/>
              <a:t>Visit a Blacksmith Forge = April</a:t>
            </a:r>
          </a:p>
          <a:p>
            <a:pPr>
              <a:buClr>
                <a:schemeClr val="bg1"/>
              </a:buClr>
            </a:pPr>
            <a:r>
              <a:rPr lang="en-US" sz="2200" dirty="0"/>
              <a:t>Cub Scout Day at Rotary = 5/02</a:t>
            </a:r>
          </a:p>
          <a:p>
            <a:pPr>
              <a:buClr>
                <a:schemeClr val="bg1"/>
              </a:buClr>
            </a:pPr>
            <a:r>
              <a:rPr lang="en-US" sz="2200" dirty="0"/>
              <a:t>USS Slater Sleepover = 5/08 – 5/09</a:t>
            </a:r>
          </a:p>
          <a:p>
            <a:pPr>
              <a:buClr>
                <a:schemeClr val="bg1"/>
              </a:buClr>
            </a:pPr>
            <a:r>
              <a:rPr lang="en-US" sz="2200" dirty="0"/>
              <a:t>Spring Hike = 5/17</a:t>
            </a:r>
          </a:p>
          <a:p>
            <a:pPr>
              <a:buClr>
                <a:schemeClr val="bg1"/>
              </a:buClr>
            </a:pPr>
            <a:r>
              <a:rPr lang="en-US" sz="2200" dirty="0"/>
              <a:t>Summer Resident Camp at Rotary = 8/02 – 8/06</a:t>
            </a:r>
          </a:p>
        </p:txBody>
      </p:sp>
    </p:spTree>
    <p:extLst>
      <p:ext uri="{BB962C8B-B14F-4D97-AF65-F5344CB8AC3E}">
        <p14:creationId xmlns:p14="http://schemas.microsoft.com/office/powerpoint/2010/main" val="2819897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DEDF6-4D61-5B42-93B4-60C16FEFFBAD}"/>
              </a:ext>
            </a:extLst>
          </p:cNvPr>
          <p:cNvSpPr>
            <a:spLocks noGrp="1"/>
          </p:cNvSpPr>
          <p:nvPr>
            <p:ph type="title"/>
          </p:nvPr>
        </p:nvSpPr>
        <p:spPr/>
        <p:txBody>
          <a:bodyPr/>
          <a:lstStyle/>
          <a:p>
            <a:r>
              <a:rPr lang="en-US" dirty="0"/>
              <a:t>Next Pack Meeting</a:t>
            </a:r>
            <a:br>
              <a:rPr lang="en-US" dirty="0"/>
            </a:br>
            <a:r>
              <a:rPr lang="en-US" sz="2800" dirty="0"/>
              <a:t>Tuesday, December 10 (6:30PM-8PM)</a:t>
            </a:r>
          </a:p>
        </p:txBody>
      </p:sp>
      <p:sp>
        <p:nvSpPr>
          <p:cNvPr id="3" name="Content Placeholder 2">
            <a:extLst>
              <a:ext uri="{FF2B5EF4-FFF2-40B4-BE49-F238E27FC236}">
                <a16:creationId xmlns:a16="http://schemas.microsoft.com/office/drawing/2014/main" id="{37030BC4-275A-8F41-870C-F52EFA64DE8D}"/>
              </a:ext>
            </a:extLst>
          </p:cNvPr>
          <p:cNvSpPr>
            <a:spLocks noGrp="1"/>
          </p:cNvSpPr>
          <p:nvPr>
            <p:ph idx="1"/>
          </p:nvPr>
        </p:nvSpPr>
        <p:spPr/>
        <p:txBody>
          <a:bodyPr/>
          <a:lstStyle/>
          <a:p>
            <a:pPr>
              <a:buClr>
                <a:schemeClr val="bg1"/>
              </a:buClr>
            </a:pPr>
            <a:r>
              <a:rPr lang="en-US" dirty="0"/>
              <a:t>Bears (3</a:t>
            </a:r>
            <a:r>
              <a:rPr lang="en-US" baseline="30000" dirty="0"/>
              <a:t>rd</a:t>
            </a:r>
            <a:r>
              <a:rPr lang="en-US" dirty="0"/>
              <a:t> Grade) Den is the Host</a:t>
            </a:r>
          </a:p>
          <a:p>
            <a:pPr>
              <a:buClr>
                <a:schemeClr val="bg1"/>
              </a:buClr>
            </a:pPr>
            <a:r>
              <a:rPr lang="en-US" dirty="0"/>
              <a:t>Gathering – Craft stick noisemakers</a:t>
            </a:r>
          </a:p>
          <a:p>
            <a:pPr>
              <a:buClr>
                <a:schemeClr val="bg1"/>
              </a:buClr>
            </a:pPr>
            <a:r>
              <a:rPr lang="en-US" dirty="0"/>
              <a:t>Program – Knots!!!</a:t>
            </a:r>
          </a:p>
          <a:p>
            <a:pPr>
              <a:buClr>
                <a:schemeClr val="bg1"/>
              </a:buClr>
            </a:pPr>
            <a:r>
              <a:rPr lang="en-US" dirty="0"/>
              <a:t>Games – </a:t>
            </a:r>
          </a:p>
          <a:p>
            <a:pPr lvl="1">
              <a:buClr>
                <a:schemeClr val="bg1"/>
              </a:buClr>
            </a:pPr>
            <a:r>
              <a:rPr lang="en-US" dirty="0"/>
              <a:t>Cub Scout Foosball</a:t>
            </a:r>
          </a:p>
          <a:p>
            <a:pPr lvl="1">
              <a:buClr>
                <a:schemeClr val="bg1"/>
              </a:buClr>
            </a:pPr>
            <a:r>
              <a:rPr lang="en-US" dirty="0">
                <a:highlight>
                  <a:srgbClr val="FFFF00"/>
                </a:highlight>
              </a:rPr>
              <a:t>Hula Hoop </a:t>
            </a:r>
            <a:r>
              <a:rPr lang="en-US" dirty="0"/>
              <a:t>Rock Paper Scissors</a:t>
            </a:r>
          </a:p>
          <a:p>
            <a:pPr>
              <a:buClr>
                <a:schemeClr val="bg1"/>
              </a:buClr>
            </a:pPr>
            <a:r>
              <a:rPr lang="en-US" dirty="0"/>
              <a:t>Awards</a:t>
            </a:r>
          </a:p>
          <a:p>
            <a:pPr>
              <a:buClr>
                <a:schemeClr val="bg1"/>
              </a:buClr>
            </a:pPr>
            <a:r>
              <a:rPr lang="en-US" dirty="0"/>
              <a:t>Snacks</a:t>
            </a:r>
          </a:p>
        </p:txBody>
      </p:sp>
    </p:spTree>
    <p:extLst>
      <p:ext uri="{BB962C8B-B14F-4D97-AF65-F5344CB8AC3E}">
        <p14:creationId xmlns:p14="http://schemas.microsoft.com/office/powerpoint/2010/main" val="3650246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A05A7-7F35-E241-9FA7-B8E8D4FF40CB}"/>
              </a:ext>
            </a:extLst>
          </p:cNvPr>
          <p:cNvSpPr>
            <a:spLocks noGrp="1"/>
          </p:cNvSpPr>
          <p:nvPr>
            <p:ph type="title"/>
          </p:nvPr>
        </p:nvSpPr>
        <p:spPr/>
        <p:txBody>
          <a:bodyPr/>
          <a:lstStyle/>
          <a:p>
            <a:r>
              <a:rPr lang="en-US" dirty="0"/>
              <a:t>Cubmaster’s Minute</a:t>
            </a:r>
          </a:p>
        </p:txBody>
      </p:sp>
      <p:sp>
        <p:nvSpPr>
          <p:cNvPr id="3" name="Content Placeholder 2">
            <a:extLst>
              <a:ext uri="{FF2B5EF4-FFF2-40B4-BE49-F238E27FC236}">
                <a16:creationId xmlns:a16="http://schemas.microsoft.com/office/drawing/2014/main" id="{5AFDE608-3018-E64B-A8A7-36C857BED010}"/>
              </a:ext>
            </a:extLst>
          </p:cNvPr>
          <p:cNvSpPr>
            <a:spLocks noGrp="1"/>
          </p:cNvSpPr>
          <p:nvPr>
            <p:ph idx="1"/>
          </p:nvPr>
        </p:nvSpPr>
        <p:spPr>
          <a:xfrm>
            <a:off x="228600" y="1219200"/>
            <a:ext cx="7467600" cy="4114800"/>
          </a:xfrm>
        </p:spPr>
        <p:txBody>
          <a:bodyPr/>
          <a:lstStyle/>
          <a:p>
            <a:r>
              <a:rPr lang="en-US" sz="1800" i="1" dirty="0"/>
              <a:t>Thanksgiving is almost here and that means: a school holiday, the Turkey Trot, football games to play in and/or watch, starting your holiday gift wish list, but most importantly a time with your family to have a big Turkey dinner with all of the trimmings.</a:t>
            </a:r>
          </a:p>
          <a:p>
            <a:endParaRPr lang="en-US" sz="1800" dirty="0"/>
          </a:p>
          <a:p>
            <a:r>
              <a:rPr lang="en-US" sz="1800" i="1" dirty="0"/>
              <a:t>Before Thanksgiving passes, I want you to take a few minutes to think about what it really means. Thanksgiving started out to be a time for giving thanks for the blessings that the Pilgrims and the Native Americans had. Please keep that in your thoughts when you celebrate Thanksgiving.</a:t>
            </a:r>
          </a:p>
          <a:p>
            <a:endParaRPr lang="en-US" sz="1800" i="1" dirty="0"/>
          </a:p>
          <a:p>
            <a:r>
              <a:rPr lang="en-US" sz="1800" i="1" dirty="0"/>
              <a:t>Remember in the Scout Oath that a Scout is Reverent. So when you sit down with your family to your big Thanksgiving dinner, don’t forget to offer your thanks, not only for the food you are about to eat but for all of the other blessings in your life.</a:t>
            </a:r>
          </a:p>
          <a:p>
            <a:endParaRPr lang="en-US" sz="1800" i="1" dirty="0"/>
          </a:p>
          <a:p>
            <a:r>
              <a:rPr lang="en-US" sz="1800" i="1" dirty="0"/>
              <a:t>Have a wonderful Thanksgiving!</a:t>
            </a:r>
          </a:p>
        </p:txBody>
      </p:sp>
    </p:spTree>
    <p:extLst>
      <p:ext uri="{BB962C8B-B14F-4D97-AF65-F5344CB8AC3E}">
        <p14:creationId xmlns:p14="http://schemas.microsoft.com/office/powerpoint/2010/main" val="1520576004"/>
      </p:ext>
    </p:extLst>
  </p:cSld>
  <p:clrMapOvr>
    <a:masterClrMapping/>
  </p:clrMapOvr>
</p:sld>
</file>

<file path=ppt/theme/theme1.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docProps/app.xml><?xml version="1.0" encoding="utf-8"?>
<Properties xmlns="http://schemas.openxmlformats.org/officeDocument/2006/extended-properties" xmlns:vt="http://schemas.openxmlformats.org/officeDocument/2006/docPropsVTypes">
  <Template>Theme1</Template>
  <TotalTime>9058</TotalTime>
  <Words>632</Words>
  <Application>Microsoft Macintosh PowerPoint</Application>
  <PresentationFormat>On-screen Show (4:3)</PresentationFormat>
  <Paragraphs>71</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Franklin Gothic Book</vt:lpstr>
      <vt:lpstr>Wingdings 2</vt:lpstr>
      <vt:lpstr>Technic</vt:lpstr>
      <vt:lpstr>Pack Meeting Pack 232 </vt:lpstr>
      <vt:lpstr>Pack Meeting – Nov. 19th </vt:lpstr>
      <vt:lpstr>Making Silly Putty</vt:lpstr>
      <vt:lpstr>Bethlehem History</vt:lpstr>
      <vt:lpstr>GAME</vt:lpstr>
      <vt:lpstr>Awards and Den Reports</vt:lpstr>
      <vt:lpstr>PowerPoint Presentation</vt:lpstr>
      <vt:lpstr>SAVE THE DATE!!!!! </vt:lpstr>
      <vt:lpstr>SAVE THE DATE!!!</vt:lpstr>
      <vt:lpstr>Other Pack Events</vt:lpstr>
      <vt:lpstr>Next Pack Meeting Tuesday, December 10 (6:30PM-8PM)</vt:lpstr>
      <vt:lpstr>Cubmaster’s Minute</vt:lpstr>
    </vt:vector>
  </TitlesOfParts>
  <Company>Boy Scouts of America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Darin Kinn</dc:creator>
  <cp:lastModifiedBy>Microsoft Office User</cp:lastModifiedBy>
  <cp:revision>120</cp:revision>
  <cp:lastPrinted>2019-10-13T18:21:40Z</cp:lastPrinted>
  <dcterms:created xsi:type="dcterms:W3CDTF">2010-12-13T17:28:22Z</dcterms:created>
  <dcterms:modified xsi:type="dcterms:W3CDTF">2019-11-17T22:51:18Z</dcterms:modified>
</cp:coreProperties>
</file>