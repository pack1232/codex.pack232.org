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18"/>
  </p:notesMasterIdLst>
  <p:sldIdLst>
    <p:sldId id="256" r:id="rId2"/>
    <p:sldId id="310" r:id="rId3"/>
    <p:sldId id="257" r:id="rId4"/>
    <p:sldId id="278" r:id="rId5"/>
    <p:sldId id="312" r:id="rId6"/>
    <p:sldId id="313" r:id="rId7"/>
    <p:sldId id="314" r:id="rId8"/>
    <p:sldId id="280" r:id="rId9"/>
    <p:sldId id="309" r:id="rId10"/>
    <p:sldId id="289" r:id="rId11"/>
    <p:sldId id="275" r:id="rId12"/>
    <p:sldId id="283" r:id="rId13"/>
    <p:sldId id="276" r:id="rId14"/>
    <p:sldId id="308" r:id="rId15"/>
    <p:sldId id="311" r:id="rId16"/>
    <p:sldId id="277" r:id="rId17"/>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Geneva"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Geneva"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Geneva"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Geneva"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Geneva" charset="-128"/>
        <a:cs typeface="+mn-cs"/>
      </a:defRPr>
    </a:lvl5pPr>
    <a:lvl6pPr marL="2286000" algn="l" defTabSz="914400" rtl="0" eaLnBrk="1" latinLnBrk="0" hangingPunct="1">
      <a:defRPr kern="1200">
        <a:solidFill>
          <a:schemeClr val="tx1"/>
        </a:solidFill>
        <a:latin typeface="Arial" panose="020B0604020202020204" pitchFamily="34" charset="0"/>
        <a:ea typeface="Geneva" charset="-128"/>
        <a:cs typeface="+mn-cs"/>
      </a:defRPr>
    </a:lvl6pPr>
    <a:lvl7pPr marL="2743200" algn="l" defTabSz="914400" rtl="0" eaLnBrk="1" latinLnBrk="0" hangingPunct="1">
      <a:defRPr kern="1200">
        <a:solidFill>
          <a:schemeClr val="tx1"/>
        </a:solidFill>
        <a:latin typeface="Arial" panose="020B0604020202020204" pitchFamily="34" charset="0"/>
        <a:ea typeface="Geneva" charset="-128"/>
        <a:cs typeface="+mn-cs"/>
      </a:defRPr>
    </a:lvl7pPr>
    <a:lvl8pPr marL="3200400" algn="l" defTabSz="914400" rtl="0" eaLnBrk="1" latinLnBrk="0" hangingPunct="1">
      <a:defRPr kern="1200">
        <a:solidFill>
          <a:schemeClr val="tx1"/>
        </a:solidFill>
        <a:latin typeface="Arial" panose="020B0604020202020204" pitchFamily="34" charset="0"/>
        <a:ea typeface="Geneva" charset="-128"/>
        <a:cs typeface="+mn-cs"/>
      </a:defRPr>
    </a:lvl8pPr>
    <a:lvl9pPr marL="3657600" algn="l" defTabSz="914400" rtl="0" eaLnBrk="1" latinLnBrk="0" hangingPunct="1">
      <a:defRPr kern="1200">
        <a:solidFill>
          <a:schemeClr val="tx1"/>
        </a:solidFill>
        <a:latin typeface="Arial" panose="020B0604020202020204" pitchFamily="34" charset="0"/>
        <a:ea typeface="Geneva"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p:restoredTop sz="94694"/>
  </p:normalViewPr>
  <p:slideViewPr>
    <p:cSldViewPr>
      <p:cViewPr varScale="1">
        <p:scale>
          <a:sx n="121" d="100"/>
          <a:sy n="121" d="100"/>
        </p:scale>
        <p:origin x="1960"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6725"/>
          </a:xfrm>
          <a:prstGeom prst="rect">
            <a:avLst/>
          </a:prstGeom>
        </p:spPr>
        <p:txBody>
          <a:bodyPr vert="horz" lIns="91440" tIns="45720" rIns="91440" bIns="45720" rtlCol="0"/>
          <a:lstStyle>
            <a:lvl1pPr algn="r">
              <a:defRPr sz="1200"/>
            </a:lvl1pPr>
          </a:lstStyle>
          <a:p>
            <a:fld id="{0650CA7B-D153-FF45-8F17-93A292C94A5C}" type="datetimeFigureOut">
              <a:rPr lang="en-US" smtClean="0"/>
              <a:t>12/2/19</a:t>
            </a:fld>
            <a:endParaRPr lang="en-US"/>
          </a:p>
        </p:txBody>
      </p:sp>
      <p:sp>
        <p:nvSpPr>
          <p:cNvPr id="4" name="Slide Image Placeholder 3"/>
          <p:cNvSpPr>
            <a:spLocks noGrp="1" noRot="1" noChangeAspect="1"/>
          </p:cNvSpPr>
          <p:nvPr>
            <p:ph type="sldImg" idx="2"/>
          </p:nvPr>
        </p:nvSpPr>
        <p:spPr>
          <a:xfrm>
            <a:off x="13382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73575"/>
            <a:ext cx="548640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71800"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675"/>
            <a:ext cx="2971800" cy="466725"/>
          </a:xfrm>
          <a:prstGeom prst="rect">
            <a:avLst/>
          </a:prstGeom>
        </p:spPr>
        <p:txBody>
          <a:bodyPr vert="horz" lIns="91440" tIns="45720" rIns="91440" bIns="45720" rtlCol="0" anchor="b"/>
          <a:lstStyle>
            <a:lvl1pPr algn="r">
              <a:defRPr sz="1200"/>
            </a:lvl1pPr>
          </a:lstStyle>
          <a:p>
            <a:fld id="{30A2A52B-2B46-DD40-A0C0-B83E1CA2D0FB}" type="slidenum">
              <a:rPr lang="en-US" smtClean="0"/>
              <a:t>‹#›</a:t>
            </a:fld>
            <a:endParaRPr lang="en-US"/>
          </a:p>
        </p:txBody>
      </p:sp>
    </p:spTree>
    <p:extLst>
      <p:ext uri="{BB962C8B-B14F-4D97-AF65-F5344CB8AC3E}">
        <p14:creationId xmlns:p14="http://schemas.microsoft.com/office/powerpoint/2010/main" val="192559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6"/>
          <p:cNvSpPr>
            <a:spLocks/>
          </p:cNvSpPr>
          <p:nvPr/>
        </p:nvSpPr>
        <p:spPr bwMode="auto">
          <a:xfrm>
            <a:off x="8153400" y="0"/>
            <a:ext cx="990600" cy="6858000"/>
          </a:xfrm>
          <a:custGeom>
            <a:avLst/>
            <a:gdLst>
              <a:gd name="T0" fmla="*/ 512689843 w 1914"/>
              <a:gd name="T1" fmla="*/ 22587518 h 4329"/>
              <a:gd name="T2" fmla="*/ 512689843 w 1914"/>
              <a:gd name="T3" fmla="*/ 2147483647 h 4329"/>
              <a:gd name="T4" fmla="*/ 54643960 w 1914"/>
              <a:gd name="T5" fmla="*/ 2147483647 h 4329"/>
              <a:gd name="T6" fmla="*/ 0 w 1914"/>
              <a:gd name="T7" fmla="*/ 0 h 4329"/>
              <a:gd name="T8" fmla="*/ 512689843 w 1914"/>
              <a:gd name="T9" fmla="*/ 22587518 h 4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 h="4329">
                <a:moveTo>
                  <a:pt x="1914" y="9"/>
                </a:moveTo>
                <a:lnTo>
                  <a:pt x="1914" y="4329"/>
                </a:lnTo>
                <a:lnTo>
                  <a:pt x="204" y="4327"/>
                </a:lnTo>
                <a:cubicBezTo>
                  <a:pt x="1288" y="3574"/>
                  <a:pt x="1608" y="1590"/>
                  <a:pt x="0" y="0"/>
                </a:cubicBezTo>
                <a:lnTo>
                  <a:pt x="1914" y="9"/>
                </a:lnTo>
                <a:close/>
              </a:path>
            </a:pathLst>
          </a:custGeom>
          <a:solidFill>
            <a:srgbClr val="002060"/>
          </a:solidFill>
          <a:ln w="19050" cap="flat" cmpd="sng">
            <a:solidFill>
              <a:srgbClr val="002060"/>
            </a:solidFill>
            <a:prstDash val="solid"/>
            <a:round/>
            <a:headEnd type="none" w="med" len="med"/>
            <a:tailEnd type="none" w="med" len="med"/>
          </a:ln>
          <a:effectLst>
            <a:outerShdw blurRad="63500" dist="50800" dir="10800000" algn="ctr" rotWithShape="0">
              <a:srgbClr val="000000">
                <a:alpha val="45000"/>
              </a:srgbClr>
            </a:outerShdw>
          </a:effectLst>
        </p:spPr>
        <p:txBody>
          <a:bodyPr/>
          <a:lstStyle/>
          <a:p>
            <a:endParaRPr lang="en-US"/>
          </a:p>
        </p:txBody>
      </p:sp>
      <p:sp>
        <p:nvSpPr>
          <p:cNvPr id="5" name="Freeform 7"/>
          <p:cNvSpPr>
            <a:spLocks/>
          </p:cNvSpPr>
          <p:nvPr userDrawn="1"/>
        </p:nvSpPr>
        <p:spPr bwMode="auto">
          <a:xfrm>
            <a:off x="0" y="5181600"/>
            <a:ext cx="9144000" cy="1682750"/>
          </a:xfrm>
          <a:custGeom>
            <a:avLst/>
            <a:gdLst>
              <a:gd name="T0" fmla="*/ 0 w 5760"/>
              <a:gd name="T1" fmla="*/ 1347717 h 1331"/>
              <a:gd name="T2" fmla="*/ 0 w 5760"/>
              <a:gd name="T3" fmla="*/ 1682750 h 1331"/>
              <a:gd name="T4" fmla="*/ 9144000 w 5760"/>
              <a:gd name="T5" fmla="*/ 1682750 h 1331"/>
              <a:gd name="T6" fmla="*/ 9144000 w 5760"/>
              <a:gd name="T7" fmla="*/ 0 h 1331"/>
              <a:gd name="T8" fmla="*/ 0 w 5760"/>
              <a:gd name="T9" fmla="*/ 1347717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gradFill rotWithShape="1">
            <a:gsLst>
              <a:gs pos="0">
                <a:srgbClr val="770000"/>
              </a:gs>
              <a:gs pos="50000">
                <a:srgbClr val="AD0000"/>
              </a:gs>
              <a:gs pos="100000">
                <a:srgbClr val="CE0000"/>
              </a:gs>
            </a:gsLst>
            <a:lin ang="18900000" scaled="1"/>
          </a:gradFill>
          <a:ln w="19050" cap="flat" cmpd="sng">
            <a:solidFill>
              <a:srgbClr val="C00000"/>
            </a:solidFill>
            <a:prstDash val="solid"/>
            <a:round/>
            <a:headEnd type="none" w="med" len="med"/>
            <a:tailEnd type="none" w="med" len="med"/>
          </a:ln>
          <a:effectLst>
            <a:outerShdw blurRad="63500" dist="44450" dir="16200000" algn="ctr" rotWithShape="0">
              <a:srgbClr val="000000">
                <a:alpha val="34998"/>
              </a:srgbClr>
            </a:outerShdw>
          </a:effectLst>
        </p:spPr>
        <p:txBody>
          <a:bodyPr/>
          <a:lstStyle/>
          <a:p>
            <a:endParaRPr lang="en-US" dirty="0"/>
          </a:p>
        </p:txBody>
      </p:sp>
      <p:sp>
        <p:nvSpPr>
          <p:cNvPr id="9" name="Title 8"/>
          <p:cNvSpPr>
            <a:spLocks noGrp="1"/>
          </p:cNvSpPr>
          <p:nvPr>
            <p:ph type="ctrTitle"/>
          </p:nvPr>
        </p:nvSpPr>
        <p:spPr>
          <a:xfrm>
            <a:off x="429064" y="3337560"/>
            <a:ext cx="6480048" cy="2301240"/>
          </a:xfrm>
        </p:spPr>
        <p:txBody>
          <a:bodyPr anchor="t"/>
          <a:lstStyle>
            <a:lvl1pPr algn="r">
              <a:defRPr lang="en-US" b="1" cap="all" baseline="0" dirty="0">
                <a:ln w="5000" cmpd="sng">
                  <a:noFill/>
                  <a:prstDash val="solid"/>
                </a:ln>
                <a:solidFill>
                  <a:schemeClr val="tx1"/>
                </a:solidFill>
                <a:effectLst>
                  <a:outerShdw blurRad="50800" dist="38100" dir="5400000" algn="t" rotWithShape="0">
                    <a:prstClr val="black">
                      <a:alpha val="50000"/>
                    </a:prstClr>
                  </a:outerShdw>
                </a:effectLst>
              </a:defRPr>
            </a:lvl1pPr>
          </a:lstStyle>
          <a:p>
            <a:r>
              <a:rPr lang="en-US"/>
              <a:t>Click to edit Master title style</a:t>
            </a:r>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grpSp>
        <p:nvGrpSpPr>
          <p:cNvPr id="3" name="Group 2"/>
          <p:cNvGrpSpPr/>
          <p:nvPr userDrawn="1"/>
        </p:nvGrpSpPr>
        <p:grpSpPr>
          <a:xfrm>
            <a:off x="7010400" y="6209935"/>
            <a:ext cx="2133600" cy="598662"/>
            <a:chOff x="7010400" y="6209935"/>
            <a:chExt cx="2133600" cy="598662"/>
          </a:xfrm>
        </p:grpSpPr>
        <p:pic>
          <p:nvPicPr>
            <p:cNvPr id="7" name="Picture 6" descr="http://www.scouting.org/filestore/global/cubscout.gif?w=125&amp;h=125&amp;a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10400" y="6209935"/>
              <a:ext cx="609600" cy="598662"/>
            </a:xfrm>
            <a:prstGeom prst="rect">
              <a:avLst/>
            </a:prstGeom>
            <a:noFill/>
            <a:ln>
              <a:noFill/>
            </a:ln>
          </p:spPr>
        </p:pic>
        <p:sp>
          <p:nvSpPr>
            <p:cNvPr id="2" name="TextBox 1"/>
            <p:cNvSpPr txBox="1"/>
            <p:nvPr userDrawn="1"/>
          </p:nvSpPr>
          <p:spPr>
            <a:xfrm>
              <a:off x="7620000" y="6324600"/>
              <a:ext cx="1524000" cy="369332"/>
            </a:xfrm>
            <a:prstGeom prst="rect">
              <a:avLst/>
            </a:prstGeom>
            <a:noFill/>
          </p:spPr>
          <p:txBody>
            <a:bodyPr wrap="square" rtlCol="0">
              <a:spAutoFit/>
            </a:bodyPr>
            <a:lstStyle/>
            <a:p>
              <a:r>
                <a:rPr lang="en-US" dirty="0">
                  <a:solidFill>
                    <a:schemeClr val="bg1"/>
                  </a:solidFill>
                </a:rPr>
                <a:t>Do Your Best</a:t>
              </a:r>
            </a:p>
          </p:txBody>
        </p:sp>
      </p:grpSp>
    </p:spTree>
    <p:extLst>
      <p:ext uri="{BB962C8B-B14F-4D97-AF65-F5344CB8AC3E}">
        <p14:creationId xmlns:p14="http://schemas.microsoft.com/office/powerpoint/2010/main" val="422510219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5917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noFill/>
                  <a:prstDash val="solid"/>
                </a:ln>
                <a:solidFill>
                  <a:schemeClr val="bg1"/>
                </a:solidFill>
                <a:effectLst>
                  <a:outerShdw blurRad="50800" dist="38100" dir="5400000" algn="t" rotWithShape="0">
                    <a:prstClr val="black">
                      <a:alpha val="5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bg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Tree>
    <p:extLst>
      <p:ext uri="{BB962C8B-B14F-4D97-AF65-F5344CB8AC3E}">
        <p14:creationId xmlns:p14="http://schemas.microsoft.com/office/powerpoint/2010/main" val="29314432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a:t>Click to edit Master title style</a:t>
            </a:r>
          </a:p>
        </p:txBody>
      </p:sp>
      <p:sp>
        <p:nvSpPr>
          <p:cNvPr id="3" name="Content Placeholder 2"/>
          <p:cNvSpPr>
            <a:spLocks noGrp="1"/>
          </p:cNvSpPr>
          <p:nvPr>
            <p:ph sz="half" idx="1"/>
          </p:nvPr>
        </p:nvSpPr>
        <p:spPr>
          <a:xfrm>
            <a:off x="457200" y="1600201"/>
            <a:ext cx="3657600" cy="4114800"/>
          </a:xfrm>
        </p:spPr>
        <p:txBody>
          <a:bodyPr/>
          <a:lstStyle>
            <a:lvl1pPr>
              <a:defRPr sz="2600"/>
            </a:lvl1pPr>
            <a:lvl2pPr>
              <a:defRPr sz="22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1"/>
            <a:ext cx="3657600" cy="4114800"/>
          </a:xfrm>
        </p:spPr>
        <p:txBody>
          <a:bodyPr/>
          <a:lstStyle>
            <a:lvl1pPr>
              <a:defRPr sz="2600"/>
            </a:lvl1pPr>
            <a:lvl2pPr>
              <a:defRPr sz="22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0036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Tree>
    <p:extLst>
      <p:ext uri="{BB962C8B-B14F-4D97-AF65-F5344CB8AC3E}">
        <p14:creationId xmlns:p14="http://schemas.microsoft.com/office/powerpoint/2010/main" val="2730146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813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ln>
                  <a:noFill/>
                </a:ln>
                <a:solidFill>
                  <a:schemeClr val="bg1"/>
                </a:solidFill>
              </a:defRPr>
            </a:lvl1pPr>
          </a:lstStyle>
          <a:p>
            <a:r>
              <a:rPr lang="en-US"/>
              <a:t>Click to edit Master title style</a:t>
            </a:r>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457200" y="1981200"/>
            <a:ext cx="7086600" cy="3733800"/>
          </a:xfrm>
        </p:spPr>
        <p:txBody>
          <a:bodyPr/>
          <a:lstStyle>
            <a:lvl1pPr>
              <a:defRPr sz="2800"/>
            </a:lvl1pPr>
            <a:lvl2pPr>
              <a:defRPr sz="2400"/>
            </a:lvl2pPr>
            <a:lvl3pPr>
              <a:defRPr sz="22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28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46492" y="1386101"/>
            <a:ext cx="3053868" cy="1253808"/>
          </a:xfrm>
        </p:spPr>
        <p:txBody>
          <a:bodyPr anchor="b"/>
          <a:lstStyle>
            <a:lvl1pPr algn="l">
              <a:buNone/>
              <a:defRPr sz="2200" b="1">
                <a:ln>
                  <a:noFill/>
                </a:ln>
                <a:solidFill>
                  <a:schemeClr val="bg1"/>
                </a:solidFill>
              </a:defRPr>
            </a:lvl1pPr>
          </a:lstStyle>
          <a:p>
            <a:r>
              <a:rPr lang="en-US"/>
              <a:t>Click to edit Master title style</a:t>
            </a:r>
          </a:p>
        </p:txBody>
      </p:sp>
      <p:sp>
        <p:nvSpPr>
          <p:cNvPr id="3" name="Picture Placeholder 2"/>
          <p:cNvSpPr>
            <a:spLocks noGrp="1"/>
          </p:cNvSpPr>
          <p:nvPr>
            <p:ph type="pic" idx="1"/>
          </p:nvPr>
        </p:nvSpPr>
        <p:spPr>
          <a:xfrm>
            <a:off x="355388" y="700299"/>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846494" y="2679157"/>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Tree>
    <p:extLst>
      <p:ext uri="{BB962C8B-B14F-4D97-AF65-F5344CB8AC3E}">
        <p14:creationId xmlns:p14="http://schemas.microsoft.com/office/powerpoint/2010/main" val="3616051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1"/>
            <a:ext cx="7467600" cy="39623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168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524000" cy="5211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2117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324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p:nvSpPr>
          <p:cNvPr id="10" name="Freeform 9"/>
          <p:cNvSpPr>
            <a:spLocks/>
          </p:cNvSpPr>
          <p:nvPr userDrawn="1"/>
        </p:nvSpPr>
        <p:spPr bwMode="auto">
          <a:xfrm>
            <a:off x="8153400" y="-9525"/>
            <a:ext cx="990600" cy="6858000"/>
          </a:xfrm>
          <a:custGeom>
            <a:avLst/>
            <a:gdLst>
              <a:gd name="T0" fmla="*/ 512689843 w 1914"/>
              <a:gd name="T1" fmla="*/ 22587518 h 4329"/>
              <a:gd name="T2" fmla="*/ 512689843 w 1914"/>
              <a:gd name="T3" fmla="*/ 2147483647 h 4329"/>
              <a:gd name="T4" fmla="*/ 54643960 w 1914"/>
              <a:gd name="T5" fmla="*/ 2147483647 h 4329"/>
              <a:gd name="T6" fmla="*/ 0 w 1914"/>
              <a:gd name="T7" fmla="*/ 0 h 4329"/>
              <a:gd name="T8" fmla="*/ 512689843 w 1914"/>
              <a:gd name="T9" fmla="*/ 22587518 h 4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 h="4329">
                <a:moveTo>
                  <a:pt x="1914" y="9"/>
                </a:moveTo>
                <a:lnTo>
                  <a:pt x="1914" y="4329"/>
                </a:lnTo>
                <a:lnTo>
                  <a:pt x="204" y="4327"/>
                </a:lnTo>
                <a:cubicBezTo>
                  <a:pt x="1288" y="3574"/>
                  <a:pt x="1608" y="1590"/>
                  <a:pt x="0" y="0"/>
                </a:cubicBezTo>
                <a:lnTo>
                  <a:pt x="1914" y="9"/>
                </a:lnTo>
                <a:close/>
              </a:path>
            </a:pathLst>
          </a:custGeom>
          <a:solidFill>
            <a:srgbClr val="002060"/>
          </a:solidFill>
          <a:ln w="19050" cap="flat" cmpd="sng">
            <a:solidFill>
              <a:srgbClr val="002060"/>
            </a:solidFill>
            <a:prstDash val="solid"/>
            <a:round/>
            <a:headEnd type="none" w="med" len="med"/>
            <a:tailEnd type="none" w="med" len="med"/>
          </a:ln>
          <a:effectLst>
            <a:outerShdw blurRad="63500" dist="50800" dir="10800000" algn="ctr" rotWithShape="0">
              <a:srgbClr val="000000">
                <a:alpha val="45000"/>
              </a:srgbClr>
            </a:outerShdw>
          </a:effectLst>
        </p:spPr>
        <p:txBody>
          <a:bodyPr/>
          <a:lstStyle/>
          <a:p>
            <a:endParaRPr lang="en-US"/>
          </a:p>
        </p:txBody>
      </p:sp>
      <p:sp>
        <p:nvSpPr>
          <p:cNvPr id="11" name="Freeform 10"/>
          <p:cNvSpPr>
            <a:spLocks/>
          </p:cNvSpPr>
          <p:nvPr userDrawn="1"/>
        </p:nvSpPr>
        <p:spPr bwMode="auto">
          <a:xfrm>
            <a:off x="0" y="5181600"/>
            <a:ext cx="9144000" cy="1682750"/>
          </a:xfrm>
          <a:custGeom>
            <a:avLst/>
            <a:gdLst>
              <a:gd name="T0" fmla="*/ 0 w 5760"/>
              <a:gd name="T1" fmla="*/ 1347717 h 1331"/>
              <a:gd name="T2" fmla="*/ 0 w 5760"/>
              <a:gd name="T3" fmla="*/ 1682750 h 1331"/>
              <a:gd name="T4" fmla="*/ 9144000 w 5760"/>
              <a:gd name="T5" fmla="*/ 1682750 h 1331"/>
              <a:gd name="T6" fmla="*/ 9144000 w 5760"/>
              <a:gd name="T7" fmla="*/ 0 h 1331"/>
              <a:gd name="T8" fmla="*/ 0 w 5760"/>
              <a:gd name="T9" fmla="*/ 1347717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gradFill rotWithShape="1">
            <a:gsLst>
              <a:gs pos="0">
                <a:srgbClr val="770000"/>
              </a:gs>
              <a:gs pos="50000">
                <a:srgbClr val="AD0000"/>
              </a:gs>
              <a:gs pos="100000">
                <a:srgbClr val="CE0000"/>
              </a:gs>
            </a:gsLst>
            <a:lin ang="18900000" scaled="1"/>
          </a:gradFill>
          <a:ln w="19050" cap="flat" cmpd="sng">
            <a:solidFill>
              <a:srgbClr val="C00000"/>
            </a:solidFill>
            <a:prstDash val="solid"/>
            <a:round/>
            <a:headEnd type="none" w="med" len="med"/>
            <a:tailEnd type="none" w="med" len="med"/>
          </a:ln>
          <a:effectLst>
            <a:outerShdw blurRad="63500" dist="44450" dir="16200000" algn="ctr" rotWithShape="0">
              <a:srgbClr val="000000">
                <a:alpha val="34998"/>
              </a:srgbClr>
            </a:outerShdw>
          </a:effectLst>
        </p:spPr>
        <p:txBody>
          <a:bodyPr/>
          <a:lstStyle/>
          <a:p>
            <a:endParaRPr lang="en-US"/>
          </a:p>
        </p:txBody>
      </p:sp>
      <p:sp>
        <p:nvSpPr>
          <p:cNvPr id="1028" name="Title Placeholder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n-US" altLang="en-US"/>
              <a:t>Click to edit Master title style</a:t>
            </a:r>
          </a:p>
        </p:txBody>
      </p:sp>
      <p:sp>
        <p:nvSpPr>
          <p:cNvPr id="1029" name="Text Placeholder 29"/>
          <p:cNvSpPr>
            <a:spLocks noGrp="1"/>
          </p:cNvSpPr>
          <p:nvPr>
            <p:ph type="body" idx="1"/>
          </p:nvPr>
        </p:nvSpPr>
        <p:spPr bwMode="auto">
          <a:xfrm>
            <a:off x="457200" y="1600200"/>
            <a:ext cx="746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7" name="Group 6"/>
          <p:cNvGrpSpPr/>
          <p:nvPr userDrawn="1"/>
        </p:nvGrpSpPr>
        <p:grpSpPr>
          <a:xfrm>
            <a:off x="7010400" y="6209935"/>
            <a:ext cx="2133600" cy="598662"/>
            <a:chOff x="7010400" y="6209935"/>
            <a:chExt cx="2133600" cy="598662"/>
          </a:xfrm>
        </p:grpSpPr>
        <p:pic>
          <p:nvPicPr>
            <p:cNvPr id="8" name="Picture 7" descr="http://www.scouting.org/filestore/global/cubscout.gif?w=125&amp;h=125&amp;a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7010400" y="6209935"/>
              <a:ext cx="609600" cy="598662"/>
            </a:xfrm>
            <a:prstGeom prst="rect">
              <a:avLst/>
            </a:prstGeom>
            <a:noFill/>
            <a:ln>
              <a:noFill/>
            </a:ln>
          </p:spPr>
        </p:pic>
        <p:sp>
          <p:nvSpPr>
            <p:cNvPr id="9" name="TextBox 8"/>
            <p:cNvSpPr txBox="1"/>
            <p:nvPr userDrawn="1"/>
          </p:nvSpPr>
          <p:spPr>
            <a:xfrm>
              <a:off x="7620000" y="6324600"/>
              <a:ext cx="1524000" cy="369332"/>
            </a:xfrm>
            <a:prstGeom prst="rect">
              <a:avLst/>
            </a:prstGeom>
            <a:noFill/>
          </p:spPr>
          <p:txBody>
            <a:bodyPr wrap="square" rtlCol="0">
              <a:spAutoFit/>
            </a:bodyPr>
            <a:lstStyle/>
            <a:p>
              <a:r>
                <a:rPr lang="en-US" dirty="0">
                  <a:solidFill>
                    <a:schemeClr val="tx1"/>
                  </a:solidFill>
                </a:rPr>
                <a:t>Do Your Best</a:t>
              </a:r>
            </a:p>
          </p:txBody>
        </p:sp>
      </p:grpSp>
    </p:spTree>
  </p:cSld>
  <p:clrMap bg1="dk1" tx1="lt1" bg2="dk2" tx2="lt2" accent1="accent1" accent2="accent2" accent3="accent3" accent4="accent4" accent5="accent5" accent6="accent6" hlink="hlink" folHlink="folHlink"/>
  <p:sldLayoutIdLst>
    <p:sldLayoutId id="2147483709" r:id="rId1"/>
    <p:sldLayoutId id="2147483701" r:id="rId2"/>
    <p:sldLayoutId id="2147483710" r:id="rId3"/>
    <p:sldLayoutId id="2147483702" r:id="rId4"/>
    <p:sldLayoutId id="2147483703" r:id="rId5"/>
    <p:sldLayoutId id="2147483704" r:id="rId6"/>
    <p:sldLayoutId id="2147483705" r:id="rId7"/>
    <p:sldLayoutId id="2147483706" r:id="rId8"/>
    <p:sldLayoutId id="2147483707" r:id="rId9"/>
    <p:sldLayoutId id="2147483708" r:id="rId10"/>
  </p:sldLayoutIdLst>
  <p:txStyles>
    <p:titleStyle>
      <a:lvl1pPr algn="l" rtl="0" eaLnBrk="0" fontAlgn="base" hangingPunct="0">
        <a:spcBef>
          <a:spcPct val="0"/>
        </a:spcBef>
        <a:spcAft>
          <a:spcPct val="0"/>
        </a:spcAft>
        <a:defRPr sz="4600" kern="1200">
          <a:solidFill>
            <a:schemeClr val="bg1"/>
          </a:solidFill>
          <a:latin typeface="+mj-lt"/>
          <a:ea typeface="Geneva" charset="0"/>
          <a:cs typeface="+mj-cs"/>
        </a:defRPr>
      </a:lvl1pPr>
      <a:lvl2pPr algn="l" rtl="0" eaLnBrk="0" fontAlgn="base" hangingPunct="0">
        <a:spcBef>
          <a:spcPct val="0"/>
        </a:spcBef>
        <a:spcAft>
          <a:spcPct val="0"/>
        </a:spcAft>
        <a:defRPr sz="4600">
          <a:solidFill>
            <a:schemeClr val="bg1"/>
          </a:solidFill>
          <a:latin typeface="Franklin Gothic Book" charset="0"/>
          <a:ea typeface="Geneva" charset="0"/>
        </a:defRPr>
      </a:lvl2pPr>
      <a:lvl3pPr algn="l" rtl="0" eaLnBrk="0" fontAlgn="base" hangingPunct="0">
        <a:spcBef>
          <a:spcPct val="0"/>
        </a:spcBef>
        <a:spcAft>
          <a:spcPct val="0"/>
        </a:spcAft>
        <a:defRPr sz="4600">
          <a:solidFill>
            <a:schemeClr val="bg1"/>
          </a:solidFill>
          <a:latin typeface="Franklin Gothic Book" charset="0"/>
          <a:ea typeface="Geneva" charset="0"/>
        </a:defRPr>
      </a:lvl3pPr>
      <a:lvl4pPr algn="l" rtl="0" eaLnBrk="0" fontAlgn="base" hangingPunct="0">
        <a:spcBef>
          <a:spcPct val="0"/>
        </a:spcBef>
        <a:spcAft>
          <a:spcPct val="0"/>
        </a:spcAft>
        <a:defRPr sz="4600">
          <a:solidFill>
            <a:schemeClr val="bg1"/>
          </a:solidFill>
          <a:latin typeface="Franklin Gothic Book" charset="0"/>
          <a:ea typeface="Geneva" charset="0"/>
        </a:defRPr>
      </a:lvl4pPr>
      <a:lvl5pPr algn="l" rtl="0" eaLnBrk="0" fontAlgn="base" hangingPunct="0">
        <a:spcBef>
          <a:spcPct val="0"/>
        </a:spcBef>
        <a:spcAft>
          <a:spcPct val="0"/>
        </a:spcAft>
        <a:defRPr sz="4600">
          <a:solidFill>
            <a:schemeClr val="bg1"/>
          </a:solidFill>
          <a:latin typeface="Franklin Gothic Book" charset="0"/>
          <a:ea typeface="Geneva" charset="0"/>
        </a:defRPr>
      </a:lvl5pPr>
      <a:lvl6pPr marL="457200" algn="l" rtl="0" fontAlgn="base">
        <a:spcBef>
          <a:spcPct val="0"/>
        </a:spcBef>
        <a:spcAft>
          <a:spcPct val="0"/>
        </a:spcAft>
        <a:defRPr sz="4600">
          <a:solidFill>
            <a:schemeClr val="bg1"/>
          </a:solidFill>
          <a:latin typeface="Franklin Gothic Book" charset="0"/>
          <a:ea typeface="Geneva" charset="0"/>
        </a:defRPr>
      </a:lvl6pPr>
      <a:lvl7pPr marL="914400" algn="l" rtl="0" fontAlgn="base">
        <a:spcBef>
          <a:spcPct val="0"/>
        </a:spcBef>
        <a:spcAft>
          <a:spcPct val="0"/>
        </a:spcAft>
        <a:defRPr sz="4600">
          <a:solidFill>
            <a:schemeClr val="bg1"/>
          </a:solidFill>
          <a:latin typeface="Franklin Gothic Book" charset="0"/>
          <a:ea typeface="Geneva" charset="0"/>
        </a:defRPr>
      </a:lvl7pPr>
      <a:lvl8pPr marL="1371600" algn="l" rtl="0" fontAlgn="base">
        <a:spcBef>
          <a:spcPct val="0"/>
        </a:spcBef>
        <a:spcAft>
          <a:spcPct val="0"/>
        </a:spcAft>
        <a:defRPr sz="4600">
          <a:solidFill>
            <a:schemeClr val="bg1"/>
          </a:solidFill>
          <a:latin typeface="Franklin Gothic Book" charset="0"/>
          <a:ea typeface="Geneva" charset="0"/>
        </a:defRPr>
      </a:lvl8pPr>
      <a:lvl9pPr marL="1828800" algn="l" rtl="0" fontAlgn="base">
        <a:spcBef>
          <a:spcPct val="0"/>
        </a:spcBef>
        <a:spcAft>
          <a:spcPct val="0"/>
        </a:spcAft>
        <a:defRPr sz="4600">
          <a:solidFill>
            <a:schemeClr val="bg1"/>
          </a:solidFill>
          <a:latin typeface="Franklin Gothic Book" charset="0"/>
          <a:ea typeface="Geneva" charset="0"/>
        </a:defRPr>
      </a:lvl9pPr>
    </p:titleStyle>
    <p:bodyStyle>
      <a:lvl1pPr marL="419100" indent="-382588" algn="l" rtl="0" eaLnBrk="0" fontAlgn="base" hangingPunct="0">
        <a:spcBef>
          <a:spcPct val="20000"/>
        </a:spcBef>
        <a:spcAft>
          <a:spcPct val="0"/>
        </a:spcAft>
        <a:buClr>
          <a:schemeClr val="tx1"/>
        </a:buClr>
        <a:buSzPct val="80000"/>
        <a:buFont typeface="Wingdings 2" panose="05020102010507070707" pitchFamily="18" charset="2"/>
        <a:buChar char=""/>
        <a:defRPr sz="3000" kern="1200">
          <a:solidFill>
            <a:schemeClr val="bg1"/>
          </a:solidFill>
          <a:latin typeface="+mn-lt"/>
          <a:ea typeface="Geneva" charset="0"/>
          <a:cs typeface="+mn-cs"/>
        </a:defRPr>
      </a:lvl1pPr>
      <a:lvl2pPr marL="722313" indent="-273050" algn="l" rtl="0" eaLnBrk="0" fontAlgn="base" hangingPunct="0">
        <a:spcBef>
          <a:spcPct val="20000"/>
        </a:spcBef>
        <a:spcAft>
          <a:spcPct val="0"/>
        </a:spcAft>
        <a:buClr>
          <a:schemeClr val="tx1"/>
        </a:buClr>
        <a:buSzPct val="90000"/>
        <a:buFont typeface="Arial" panose="020B0604020202020204" pitchFamily="34" charset="0"/>
        <a:buChar char="•"/>
        <a:defRPr sz="2600" kern="1200">
          <a:solidFill>
            <a:schemeClr val="bg1"/>
          </a:solidFill>
          <a:latin typeface="+mn-lt"/>
          <a:ea typeface="Geneva" charset="0"/>
          <a:cs typeface="+mn-cs"/>
        </a:defRPr>
      </a:lvl2pPr>
      <a:lvl3pPr marL="1004888" indent="-255588" algn="l" rtl="0" eaLnBrk="0" fontAlgn="base" hangingPunct="0">
        <a:spcBef>
          <a:spcPct val="20000"/>
        </a:spcBef>
        <a:spcAft>
          <a:spcPct val="0"/>
        </a:spcAft>
        <a:buClr>
          <a:schemeClr val="tx1"/>
        </a:buClr>
        <a:buSzPct val="85000"/>
        <a:buFont typeface="Arial" panose="020B0604020202020204" pitchFamily="34" charset="0"/>
        <a:buChar char="○"/>
        <a:defRPr sz="2400" kern="1200">
          <a:solidFill>
            <a:schemeClr val="bg1"/>
          </a:solidFill>
          <a:latin typeface="+mn-lt"/>
          <a:ea typeface="Geneva" charset="0"/>
          <a:cs typeface="+mn-cs"/>
        </a:defRPr>
      </a:lvl3pPr>
      <a:lvl4pPr marL="1279525" indent="-236538" algn="l" rtl="0" eaLnBrk="0" fontAlgn="base" hangingPunct="0">
        <a:spcBef>
          <a:spcPct val="20000"/>
        </a:spcBef>
        <a:spcAft>
          <a:spcPct val="0"/>
        </a:spcAft>
        <a:buClr>
          <a:schemeClr val="tx1"/>
        </a:buClr>
        <a:buSzPct val="90000"/>
        <a:buFont typeface="Wingdings 2" panose="05020102010507070707" pitchFamily="18" charset="2"/>
        <a:buChar char=""/>
        <a:defRPr sz="2000" kern="1200">
          <a:solidFill>
            <a:schemeClr val="bg1"/>
          </a:solidFill>
          <a:latin typeface="+mn-lt"/>
          <a:ea typeface="Geneva" charset="0"/>
          <a:cs typeface="+mn-cs"/>
        </a:defRPr>
      </a:lvl4pPr>
      <a:lvl5pPr marL="1489075" indent="-182563" algn="l" rtl="0" eaLnBrk="0" fontAlgn="base" hangingPunct="0">
        <a:spcBef>
          <a:spcPct val="20000"/>
        </a:spcBef>
        <a:spcAft>
          <a:spcPct val="0"/>
        </a:spcAft>
        <a:buClr>
          <a:schemeClr val="tx1"/>
        </a:buClr>
        <a:buSzPct val="100000"/>
        <a:buFont typeface="Arial" panose="020B0604020202020204" pitchFamily="34" charset="0"/>
        <a:buChar char="-"/>
        <a:defRPr sz="2000" kern="1200">
          <a:solidFill>
            <a:schemeClr val="bg1"/>
          </a:solidFill>
          <a:latin typeface="+mn-lt"/>
          <a:ea typeface="Geneva" charset="0"/>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625" y="3336925"/>
            <a:ext cx="6480175" cy="2301875"/>
          </a:xfrm>
        </p:spPr>
        <p:txBody>
          <a:bodyPr>
            <a:normAutofit/>
          </a:bodyPr>
          <a:lstStyle/>
          <a:p>
            <a:pPr eaLnBrk="1" fontAlgn="auto" hangingPunct="1">
              <a:spcAft>
                <a:spcPts val="0"/>
              </a:spcAft>
              <a:defRPr/>
            </a:pPr>
            <a:r>
              <a:rPr lang="en-US" dirty="0">
                <a:ea typeface="+mj-ea"/>
              </a:rPr>
              <a:t>Pack Meeting</a:t>
            </a:r>
            <a:br>
              <a:rPr lang="en-US" dirty="0">
                <a:ea typeface="+mj-ea"/>
              </a:rPr>
            </a:br>
            <a:r>
              <a:rPr lang="en-US" dirty="0">
                <a:ea typeface="+mj-ea"/>
              </a:rPr>
              <a:t>Pack 232 </a:t>
            </a:r>
            <a:endParaRPr dirty="0">
              <a:ea typeface="+mj-ea"/>
            </a:endParaRPr>
          </a:p>
        </p:txBody>
      </p:sp>
      <p:sp>
        <p:nvSpPr>
          <p:cNvPr id="3074" name="Subtitle 2"/>
          <p:cNvSpPr>
            <a:spLocks noGrp="1"/>
          </p:cNvSpPr>
          <p:nvPr>
            <p:ph type="subTitle" idx="1"/>
          </p:nvPr>
        </p:nvSpPr>
        <p:spPr>
          <a:xfrm>
            <a:off x="433388" y="1544638"/>
            <a:ext cx="6480175" cy="1752600"/>
          </a:xfrm>
        </p:spPr>
        <p:txBody>
          <a:bodyPr/>
          <a:lstStyle/>
          <a:p>
            <a:pPr eaLnBrk="1" hangingPunct="1"/>
            <a:r>
              <a:rPr lang="en-US" altLang="en-US" dirty="0">
                <a:ea typeface="Geneva" charset="-128"/>
              </a:rPr>
              <a:t>December 10</a:t>
            </a:r>
            <a:r>
              <a:rPr lang="en-US" altLang="en-US" baseline="30000" dirty="0">
                <a:ea typeface="Geneva" charset="-128"/>
              </a:rPr>
              <a:t>th</a:t>
            </a:r>
            <a:r>
              <a:rPr lang="en-US" altLang="en-US" dirty="0">
                <a:ea typeface="Geneva" charset="-128"/>
              </a:rPr>
              <a:t> 2019</a:t>
            </a:r>
          </a:p>
        </p:txBody>
      </p:sp>
      <p:pic>
        <p:nvPicPr>
          <p:cNvPr id="4" name="Picture 3" descr="http://www.scouting.org/filestore/global/cubscout.gif?w=125&amp;h=125&amp;a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97238"/>
            <a:ext cx="952500" cy="95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Making a Noise Maker</a:t>
            </a:r>
          </a:p>
        </p:txBody>
      </p:sp>
      <p:sp>
        <p:nvSpPr>
          <p:cNvPr id="5" name="Content Placeholder 4"/>
          <p:cNvSpPr>
            <a:spLocks noGrp="1"/>
          </p:cNvSpPr>
          <p:nvPr>
            <p:ph idx="1"/>
          </p:nvPr>
        </p:nvSpPr>
        <p:spPr>
          <a:xfrm>
            <a:off x="184150" y="2667000"/>
            <a:ext cx="6096000" cy="3429000"/>
          </a:xfrm>
        </p:spPr>
        <p:txBody>
          <a:bodyPr/>
          <a:lstStyle/>
          <a:p>
            <a:pPr>
              <a:buClrTx/>
            </a:pPr>
            <a:r>
              <a:rPr lang="en-US" sz="2000" dirty="0"/>
              <a:t>Wrap the thick rubber band along the long edge of one of the craft sticks</a:t>
            </a:r>
          </a:p>
          <a:p>
            <a:pPr>
              <a:buClrTx/>
            </a:pPr>
            <a:r>
              <a:rPr lang="en-US" sz="2000" dirty="0"/>
              <a:t>Place the two straw pieces on top of the thick rubber band perpendicular to the craft stick (see picture above)</a:t>
            </a:r>
          </a:p>
          <a:p>
            <a:pPr>
              <a:buClrTx/>
            </a:pPr>
            <a:r>
              <a:rPr lang="en-US" sz="2000" dirty="0"/>
              <a:t>Put the other craft stick on top of the straw pieces and make a craft stick “sandwich”</a:t>
            </a:r>
          </a:p>
          <a:p>
            <a:pPr>
              <a:buClrTx/>
            </a:pPr>
            <a:r>
              <a:rPr lang="en-US" sz="2000" dirty="0"/>
              <a:t>Wrap each end of the craft sticks with the thin rubber bands</a:t>
            </a:r>
          </a:p>
          <a:p>
            <a:pPr>
              <a:buClrTx/>
            </a:pPr>
            <a:r>
              <a:rPr lang="en-US" sz="2000" dirty="0"/>
              <a:t>Blow into the middle of the Noise Maker!!!!</a:t>
            </a:r>
          </a:p>
          <a:p>
            <a:pPr marL="36512" indent="0">
              <a:buClrTx/>
              <a:buNone/>
            </a:pPr>
            <a:endParaRPr lang="en-US" dirty="0"/>
          </a:p>
        </p:txBody>
      </p:sp>
      <p:pic>
        <p:nvPicPr>
          <p:cNvPr id="6" name="Picture 5" descr="A picture containing table, bed&#10;&#10;Description automatically generated">
            <a:extLst>
              <a:ext uri="{FF2B5EF4-FFF2-40B4-BE49-F238E27FC236}">
                <a16:creationId xmlns:a16="http://schemas.microsoft.com/office/drawing/2014/main" id="{6BE7368F-51A3-844C-AAD6-E83A258405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020" y="1164020"/>
            <a:ext cx="5434260" cy="1284890"/>
          </a:xfrm>
          <a:prstGeom prst="rect">
            <a:avLst/>
          </a:prstGeom>
        </p:spPr>
      </p:pic>
      <p:sp>
        <p:nvSpPr>
          <p:cNvPr id="7" name="Content Placeholder 4">
            <a:extLst>
              <a:ext uri="{FF2B5EF4-FFF2-40B4-BE49-F238E27FC236}">
                <a16:creationId xmlns:a16="http://schemas.microsoft.com/office/drawing/2014/main" id="{8E24B48C-69F0-4245-A4AD-82C6E38CEE04}"/>
              </a:ext>
            </a:extLst>
          </p:cNvPr>
          <p:cNvSpPr txBox="1">
            <a:spLocks/>
          </p:cNvSpPr>
          <p:nvPr/>
        </p:nvSpPr>
        <p:spPr bwMode="auto">
          <a:xfrm>
            <a:off x="5949280" y="1066800"/>
            <a:ext cx="261015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19100" indent="-382588" algn="l" rtl="0" eaLnBrk="0" fontAlgn="base" hangingPunct="0">
              <a:spcBef>
                <a:spcPct val="20000"/>
              </a:spcBef>
              <a:spcAft>
                <a:spcPct val="0"/>
              </a:spcAft>
              <a:buClr>
                <a:schemeClr val="tx1"/>
              </a:buClr>
              <a:buSzPct val="80000"/>
              <a:buFont typeface="Wingdings 2" panose="05020102010507070707" pitchFamily="18" charset="2"/>
              <a:buChar char=""/>
              <a:defRPr sz="3000" kern="1200">
                <a:solidFill>
                  <a:schemeClr val="bg1"/>
                </a:solidFill>
                <a:latin typeface="+mn-lt"/>
                <a:ea typeface="Geneva" charset="0"/>
                <a:cs typeface="+mn-cs"/>
              </a:defRPr>
            </a:lvl1pPr>
            <a:lvl2pPr marL="722313" indent="-273050" algn="l" rtl="0" eaLnBrk="0" fontAlgn="base" hangingPunct="0">
              <a:spcBef>
                <a:spcPct val="20000"/>
              </a:spcBef>
              <a:spcAft>
                <a:spcPct val="0"/>
              </a:spcAft>
              <a:buClr>
                <a:schemeClr val="tx1"/>
              </a:buClr>
              <a:buSzPct val="90000"/>
              <a:buFont typeface="Arial" panose="020B0604020202020204" pitchFamily="34" charset="0"/>
              <a:buChar char="•"/>
              <a:defRPr sz="2600" kern="1200">
                <a:solidFill>
                  <a:schemeClr val="bg1"/>
                </a:solidFill>
                <a:latin typeface="+mn-lt"/>
                <a:ea typeface="Geneva" charset="0"/>
                <a:cs typeface="+mn-cs"/>
              </a:defRPr>
            </a:lvl2pPr>
            <a:lvl3pPr marL="1004888" indent="-255588" algn="l" rtl="0" eaLnBrk="0" fontAlgn="base" hangingPunct="0">
              <a:spcBef>
                <a:spcPct val="20000"/>
              </a:spcBef>
              <a:spcAft>
                <a:spcPct val="0"/>
              </a:spcAft>
              <a:buClr>
                <a:schemeClr val="tx1"/>
              </a:buClr>
              <a:buSzPct val="85000"/>
              <a:buFont typeface="Arial" panose="020B0604020202020204" pitchFamily="34" charset="0"/>
              <a:buChar char="○"/>
              <a:defRPr sz="2400" kern="1200">
                <a:solidFill>
                  <a:schemeClr val="bg1"/>
                </a:solidFill>
                <a:latin typeface="+mn-lt"/>
                <a:ea typeface="Geneva" charset="0"/>
                <a:cs typeface="+mn-cs"/>
              </a:defRPr>
            </a:lvl3pPr>
            <a:lvl4pPr marL="1279525" indent="-236538" algn="l" rtl="0" eaLnBrk="0" fontAlgn="base" hangingPunct="0">
              <a:spcBef>
                <a:spcPct val="20000"/>
              </a:spcBef>
              <a:spcAft>
                <a:spcPct val="0"/>
              </a:spcAft>
              <a:buClr>
                <a:schemeClr val="tx1"/>
              </a:buClr>
              <a:buSzPct val="90000"/>
              <a:buFont typeface="Wingdings 2" panose="05020102010507070707" pitchFamily="18" charset="2"/>
              <a:buChar char=""/>
              <a:defRPr sz="2000" kern="1200">
                <a:solidFill>
                  <a:schemeClr val="bg1"/>
                </a:solidFill>
                <a:latin typeface="+mn-lt"/>
                <a:ea typeface="Geneva" charset="0"/>
                <a:cs typeface="+mn-cs"/>
              </a:defRPr>
            </a:lvl4pPr>
            <a:lvl5pPr marL="1489075" indent="-182563" algn="l" rtl="0" eaLnBrk="0" fontAlgn="base" hangingPunct="0">
              <a:spcBef>
                <a:spcPct val="20000"/>
              </a:spcBef>
              <a:spcAft>
                <a:spcPct val="0"/>
              </a:spcAft>
              <a:buClr>
                <a:schemeClr val="tx1"/>
              </a:buClr>
              <a:buSzPct val="100000"/>
              <a:buFont typeface="Arial" panose="020B0604020202020204" pitchFamily="34" charset="0"/>
              <a:buChar char="-"/>
              <a:defRPr sz="2000" kern="1200">
                <a:solidFill>
                  <a:schemeClr val="bg1"/>
                </a:solidFill>
                <a:latin typeface="+mn-lt"/>
                <a:ea typeface="Geneva" charset="0"/>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512" indent="0">
              <a:buClrTx/>
              <a:buNone/>
            </a:pPr>
            <a:r>
              <a:rPr lang="en-US" sz="2000" b="1" dirty="0"/>
              <a:t>SUPPLIES</a:t>
            </a:r>
          </a:p>
          <a:p>
            <a:pPr>
              <a:buClrTx/>
            </a:pPr>
            <a:r>
              <a:rPr lang="en-US" sz="2000" dirty="0"/>
              <a:t>2 craft sticks</a:t>
            </a:r>
          </a:p>
          <a:p>
            <a:pPr>
              <a:buClrTx/>
            </a:pPr>
            <a:r>
              <a:rPr lang="en-US" sz="2000" dirty="0"/>
              <a:t>1 thick rubber band</a:t>
            </a:r>
          </a:p>
          <a:p>
            <a:pPr>
              <a:buClrTx/>
            </a:pPr>
            <a:r>
              <a:rPr lang="en-US" sz="2000" dirty="0"/>
              <a:t>2 thin rubber bands</a:t>
            </a:r>
          </a:p>
          <a:p>
            <a:pPr>
              <a:buClrTx/>
            </a:pPr>
            <a:r>
              <a:rPr lang="en-US" sz="2000" dirty="0"/>
              <a:t>2 straw pieces</a:t>
            </a:r>
          </a:p>
          <a:p>
            <a:pPr marL="36512" indent="0">
              <a:buClrTx/>
              <a:buFont typeface="Wingdings 2" panose="05020102010507070707" pitchFamily="18" charset="2"/>
              <a:buNone/>
            </a:pPr>
            <a:endParaRPr lang="en-US" dirty="0"/>
          </a:p>
        </p:txBody>
      </p:sp>
    </p:spTree>
    <p:extLst>
      <p:ext uri="{BB962C8B-B14F-4D97-AF65-F5344CB8AC3E}">
        <p14:creationId xmlns:p14="http://schemas.microsoft.com/office/powerpoint/2010/main" val="2416381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Pack Meeting – Dec. 10</a:t>
            </a:r>
            <a:r>
              <a:rPr lang="en-US" baseline="30000" dirty="0"/>
              <a:t>th</a:t>
            </a:r>
            <a:r>
              <a:rPr lang="en-US" dirty="0"/>
              <a:t> </a:t>
            </a:r>
          </a:p>
        </p:txBody>
      </p:sp>
      <p:sp>
        <p:nvSpPr>
          <p:cNvPr id="5" name="Content Placeholder 4"/>
          <p:cNvSpPr>
            <a:spLocks noGrp="1"/>
          </p:cNvSpPr>
          <p:nvPr>
            <p:ph idx="1"/>
          </p:nvPr>
        </p:nvSpPr>
        <p:spPr/>
        <p:txBody>
          <a:bodyPr/>
          <a:lstStyle/>
          <a:p>
            <a:pPr>
              <a:buClrTx/>
            </a:pPr>
            <a:r>
              <a:rPr lang="en-US" dirty="0"/>
              <a:t>Gathering – Make a Noise Maker</a:t>
            </a:r>
          </a:p>
          <a:p>
            <a:pPr>
              <a:buClrTx/>
            </a:pPr>
            <a:r>
              <a:rPr lang="en-US" dirty="0"/>
              <a:t>Opening – Pledge/Oath/Law/Outdoor Code</a:t>
            </a:r>
          </a:p>
          <a:p>
            <a:pPr>
              <a:buClrTx/>
            </a:pPr>
            <a:r>
              <a:rPr lang="en-US" dirty="0"/>
              <a:t>Knot Tying Program / Games in Gym</a:t>
            </a:r>
          </a:p>
          <a:p>
            <a:pPr>
              <a:buClrTx/>
            </a:pPr>
            <a:r>
              <a:rPr lang="en-US" dirty="0"/>
              <a:t>Recognition - Awards</a:t>
            </a:r>
          </a:p>
          <a:p>
            <a:pPr>
              <a:buClrTx/>
            </a:pPr>
            <a:r>
              <a:rPr lang="en-US" dirty="0"/>
              <a:t>Snacks</a:t>
            </a:r>
          </a:p>
          <a:p>
            <a:pPr>
              <a:buClrTx/>
            </a:pPr>
            <a:r>
              <a:rPr lang="en-US" dirty="0"/>
              <a:t>Pinewood Derby Kits</a:t>
            </a:r>
          </a:p>
          <a:p>
            <a:pPr>
              <a:buClrTx/>
            </a:pPr>
            <a:r>
              <a:rPr lang="en-US" dirty="0"/>
              <a:t>Announcements</a:t>
            </a:r>
          </a:p>
          <a:p>
            <a:pPr>
              <a:buClrTx/>
            </a:pPr>
            <a:r>
              <a:rPr lang="en-US" dirty="0"/>
              <a:t>Cubmaster’s Minute</a:t>
            </a:r>
          </a:p>
          <a:p>
            <a:pPr marL="36512" indent="0">
              <a:buClrTx/>
              <a:buNone/>
            </a:pPr>
            <a:endParaRPr lang="en-US" dirty="0"/>
          </a:p>
        </p:txBody>
      </p:sp>
    </p:spTree>
    <p:extLst>
      <p:ext uri="{BB962C8B-B14F-4D97-AF65-F5344CB8AC3E}">
        <p14:creationId xmlns:p14="http://schemas.microsoft.com/office/powerpoint/2010/main" val="43679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F623-D63F-4240-AF54-07B43D46C1E1}"/>
              </a:ext>
            </a:extLst>
          </p:cNvPr>
          <p:cNvSpPr>
            <a:spLocks noGrp="1"/>
          </p:cNvSpPr>
          <p:nvPr>
            <p:ph type="title"/>
          </p:nvPr>
        </p:nvSpPr>
        <p:spPr/>
        <p:txBody>
          <a:bodyPr/>
          <a:lstStyle/>
          <a:p>
            <a:r>
              <a:rPr lang="en-US" dirty="0"/>
              <a:t>Tied up in Knots!!</a:t>
            </a:r>
            <a:br>
              <a:rPr lang="en-US" dirty="0"/>
            </a:br>
            <a:r>
              <a:rPr lang="en-US" sz="3200" dirty="0"/>
              <a:t>Square Knot</a:t>
            </a:r>
          </a:p>
        </p:txBody>
      </p:sp>
      <p:sp>
        <p:nvSpPr>
          <p:cNvPr id="3" name="Content Placeholder 2">
            <a:extLst>
              <a:ext uri="{FF2B5EF4-FFF2-40B4-BE49-F238E27FC236}">
                <a16:creationId xmlns:a16="http://schemas.microsoft.com/office/drawing/2014/main" id="{DB48BF5A-E13D-6D45-87EE-12758EF0D17E}"/>
              </a:ext>
            </a:extLst>
          </p:cNvPr>
          <p:cNvSpPr>
            <a:spLocks noGrp="1"/>
          </p:cNvSpPr>
          <p:nvPr>
            <p:ph idx="1"/>
          </p:nvPr>
        </p:nvSpPr>
        <p:spPr>
          <a:xfrm>
            <a:off x="457200" y="1600200"/>
            <a:ext cx="4648200" cy="4114800"/>
          </a:xfrm>
        </p:spPr>
        <p:txBody>
          <a:bodyPr/>
          <a:lstStyle/>
          <a:p>
            <a:pPr>
              <a:buClr>
                <a:schemeClr val="bg1"/>
              </a:buClr>
            </a:pPr>
            <a:r>
              <a:rPr lang="en-US" sz="2400" dirty="0"/>
              <a:t>Hold an end of the rope in each hand.</a:t>
            </a:r>
          </a:p>
          <a:p>
            <a:pPr>
              <a:buClr>
                <a:schemeClr val="bg1"/>
              </a:buClr>
            </a:pPr>
            <a:r>
              <a:rPr lang="en-US" sz="2400" dirty="0"/>
              <a:t>Pass the right end over and under the rope in your left hand.</a:t>
            </a:r>
          </a:p>
          <a:p>
            <a:pPr>
              <a:buClr>
                <a:schemeClr val="bg1"/>
              </a:buClr>
            </a:pPr>
            <a:r>
              <a:rPr lang="en-US" sz="2400" dirty="0"/>
              <a:t>Pass the rope end now in your left hand over and under the one now in your right.</a:t>
            </a:r>
          </a:p>
          <a:p>
            <a:pPr>
              <a:buClr>
                <a:schemeClr val="bg1"/>
              </a:buClr>
            </a:pPr>
            <a:r>
              <a:rPr lang="en-US" sz="2400" dirty="0"/>
              <a:t>Tighten the knot by pulling both running ends at the same time</a:t>
            </a:r>
            <a:r>
              <a:rPr lang="en-US" dirty="0"/>
              <a:t>.</a:t>
            </a:r>
          </a:p>
        </p:txBody>
      </p:sp>
      <p:pic>
        <p:nvPicPr>
          <p:cNvPr id="6" name="Picture 5" descr="A close up of a logo&#10;&#10;Description automatically generated">
            <a:extLst>
              <a:ext uri="{FF2B5EF4-FFF2-40B4-BE49-F238E27FC236}">
                <a16:creationId xmlns:a16="http://schemas.microsoft.com/office/drawing/2014/main" id="{6E31CDDE-EABB-1E46-A5ED-A5A90F4AEB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2057400"/>
            <a:ext cx="3365500" cy="2413000"/>
          </a:xfrm>
          <a:prstGeom prst="rect">
            <a:avLst/>
          </a:prstGeom>
        </p:spPr>
      </p:pic>
    </p:spTree>
    <p:extLst>
      <p:ext uri="{BB962C8B-B14F-4D97-AF65-F5344CB8AC3E}">
        <p14:creationId xmlns:p14="http://schemas.microsoft.com/office/powerpoint/2010/main" val="4055450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F623-D63F-4240-AF54-07B43D46C1E1}"/>
              </a:ext>
            </a:extLst>
          </p:cNvPr>
          <p:cNvSpPr>
            <a:spLocks noGrp="1"/>
          </p:cNvSpPr>
          <p:nvPr>
            <p:ph type="title"/>
          </p:nvPr>
        </p:nvSpPr>
        <p:spPr/>
        <p:txBody>
          <a:bodyPr/>
          <a:lstStyle/>
          <a:p>
            <a:r>
              <a:rPr lang="en-US" dirty="0"/>
              <a:t>Tied up in Knots!!</a:t>
            </a:r>
            <a:br>
              <a:rPr lang="en-US" dirty="0"/>
            </a:br>
            <a:r>
              <a:rPr lang="en-US" sz="3200" dirty="0"/>
              <a:t>Two Half Hitches Knot</a:t>
            </a:r>
          </a:p>
        </p:txBody>
      </p:sp>
      <p:sp>
        <p:nvSpPr>
          <p:cNvPr id="3" name="Content Placeholder 2">
            <a:extLst>
              <a:ext uri="{FF2B5EF4-FFF2-40B4-BE49-F238E27FC236}">
                <a16:creationId xmlns:a16="http://schemas.microsoft.com/office/drawing/2014/main" id="{DB48BF5A-E13D-6D45-87EE-12758EF0D17E}"/>
              </a:ext>
            </a:extLst>
          </p:cNvPr>
          <p:cNvSpPr>
            <a:spLocks noGrp="1"/>
          </p:cNvSpPr>
          <p:nvPr>
            <p:ph idx="1"/>
          </p:nvPr>
        </p:nvSpPr>
        <p:spPr>
          <a:xfrm>
            <a:off x="457200" y="1600200"/>
            <a:ext cx="4648200" cy="4114800"/>
          </a:xfrm>
        </p:spPr>
        <p:txBody>
          <a:bodyPr/>
          <a:lstStyle/>
          <a:p>
            <a:pPr>
              <a:buClr>
                <a:schemeClr val="bg1"/>
              </a:buClr>
            </a:pPr>
            <a:r>
              <a:rPr lang="en-US" sz="2400" dirty="0"/>
              <a:t>Pass the end of your rope around a post</a:t>
            </a:r>
          </a:p>
          <a:p>
            <a:pPr>
              <a:buClr>
                <a:schemeClr val="bg1"/>
              </a:buClr>
            </a:pPr>
            <a:r>
              <a:rPr lang="en-US" sz="2400" dirty="0"/>
              <a:t>Bring the end over the standing part of the rope</a:t>
            </a:r>
          </a:p>
          <a:p>
            <a:pPr>
              <a:buClr>
                <a:schemeClr val="bg1"/>
              </a:buClr>
            </a:pPr>
            <a:r>
              <a:rPr lang="en-US" sz="2400" dirty="0"/>
              <a:t>Pass the end through the eye of the loop you just formed</a:t>
            </a:r>
          </a:p>
          <a:p>
            <a:pPr>
              <a:buClr>
                <a:schemeClr val="bg1"/>
              </a:buClr>
            </a:pPr>
            <a:r>
              <a:rPr lang="en-US" sz="2400" dirty="0"/>
              <a:t>Pull it tight to complete a half hitch</a:t>
            </a:r>
          </a:p>
          <a:p>
            <a:pPr>
              <a:buClr>
                <a:schemeClr val="bg1"/>
              </a:buClr>
            </a:pPr>
            <a:r>
              <a:rPr lang="en-US" sz="2400" dirty="0"/>
              <a:t>Take the end of the rope over the standing part (again)</a:t>
            </a:r>
          </a:p>
          <a:p>
            <a:pPr>
              <a:buClr>
                <a:schemeClr val="bg1"/>
              </a:buClr>
            </a:pPr>
            <a:r>
              <a:rPr lang="en-US" sz="2400" dirty="0"/>
              <a:t>Tie another half hitch</a:t>
            </a:r>
          </a:p>
          <a:p>
            <a:pPr>
              <a:buClr>
                <a:schemeClr val="bg1"/>
              </a:buClr>
            </a:pPr>
            <a:r>
              <a:rPr lang="en-US" sz="2400" dirty="0"/>
              <a:t>Pull it tight</a:t>
            </a:r>
          </a:p>
        </p:txBody>
      </p:sp>
      <p:pic>
        <p:nvPicPr>
          <p:cNvPr id="5" name="Picture 4" descr="A picture containing drawing&#10;&#10;Description automatically generated">
            <a:extLst>
              <a:ext uri="{FF2B5EF4-FFF2-40B4-BE49-F238E27FC236}">
                <a16:creationId xmlns:a16="http://schemas.microsoft.com/office/drawing/2014/main" id="{2D276F18-8259-3347-85DD-F45E521963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2185467"/>
            <a:ext cx="3479800" cy="3085033"/>
          </a:xfrm>
          <a:prstGeom prst="rect">
            <a:avLst/>
          </a:prstGeom>
        </p:spPr>
      </p:pic>
    </p:spTree>
    <p:extLst>
      <p:ext uri="{BB962C8B-B14F-4D97-AF65-F5344CB8AC3E}">
        <p14:creationId xmlns:p14="http://schemas.microsoft.com/office/powerpoint/2010/main" val="4114816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F623-D63F-4240-AF54-07B43D46C1E1}"/>
              </a:ext>
            </a:extLst>
          </p:cNvPr>
          <p:cNvSpPr>
            <a:spLocks noGrp="1"/>
          </p:cNvSpPr>
          <p:nvPr>
            <p:ph type="title"/>
          </p:nvPr>
        </p:nvSpPr>
        <p:spPr/>
        <p:txBody>
          <a:bodyPr/>
          <a:lstStyle/>
          <a:p>
            <a:r>
              <a:rPr lang="en-US" dirty="0"/>
              <a:t>Tied up in Knots!!</a:t>
            </a:r>
            <a:br>
              <a:rPr lang="en-US" dirty="0"/>
            </a:br>
            <a:r>
              <a:rPr lang="en-US" sz="3200" dirty="0"/>
              <a:t>Taut Line Hitch Knot</a:t>
            </a:r>
          </a:p>
        </p:txBody>
      </p:sp>
      <p:sp>
        <p:nvSpPr>
          <p:cNvPr id="3" name="Content Placeholder 2">
            <a:extLst>
              <a:ext uri="{FF2B5EF4-FFF2-40B4-BE49-F238E27FC236}">
                <a16:creationId xmlns:a16="http://schemas.microsoft.com/office/drawing/2014/main" id="{DB48BF5A-E13D-6D45-87EE-12758EF0D17E}"/>
              </a:ext>
            </a:extLst>
          </p:cNvPr>
          <p:cNvSpPr>
            <a:spLocks noGrp="1"/>
          </p:cNvSpPr>
          <p:nvPr>
            <p:ph idx="1"/>
          </p:nvPr>
        </p:nvSpPr>
        <p:spPr>
          <a:xfrm>
            <a:off x="457200" y="1600200"/>
            <a:ext cx="4648200" cy="4114800"/>
          </a:xfrm>
        </p:spPr>
        <p:txBody>
          <a:bodyPr/>
          <a:lstStyle/>
          <a:p>
            <a:pPr>
              <a:buClr>
                <a:schemeClr val="bg1"/>
              </a:buClr>
            </a:pPr>
            <a:r>
              <a:rPr lang="en-US" sz="2400" dirty="0"/>
              <a:t>Pass the end of your rope around a post</a:t>
            </a:r>
          </a:p>
          <a:p>
            <a:pPr>
              <a:buClr>
                <a:schemeClr val="bg1"/>
              </a:buClr>
            </a:pPr>
            <a:r>
              <a:rPr lang="en-US" sz="2400" dirty="0"/>
              <a:t>Bring the end over the standing part of the rope</a:t>
            </a:r>
          </a:p>
          <a:p>
            <a:pPr>
              <a:buClr>
                <a:schemeClr val="bg1"/>
              </a:buClr>
            </a:pPr>
            <a:r>
              <a:rPr lang="en-US" sz="2400" dirty="0"/>
              <a:t>Pass the end through the eye of the loop you just formed twice</a:t>
            </a:r>
          </a:p>
          <a:p>
            <a:pPr>
              <a:buClr>
                <a:schemeClr val="bg1"/>
              </a:buClr>
            </a:pPr>
            <a:r>
              <a:rPr lang="en-US" sz="2400" dirty="0"/>
              <a:t>Take the end of the rope over the standing part (again)</a:t>
            </a:r>
          </a:p>
          <a:p>
            <a:pPr>
              <a:buClr>
                <a:schemeClr val="bg1"/>
              </a:buClr>
            </a:pPr>
            <a:r>
              <a:rPr lang="en-US" sz="2400" dirty="0"/>
              <a:t>Tie a half hitch</a:t>
            </a:r>
          </a:p>
          <a:p>
            <a:pPr>
              <a:buClr>
                <a:schemeClr val="bg1"/>
              </a:buClr>
            </a:pPr>
            <a:r>
              <a:rPr lang="en-US" sz="2400" dirty="0"/>
              <a:t>Pull it tight</a:t>
            </a:r>
          </a:p>
        </p:txBody>
      </p:sp>
      <p:pic>
        <p:nvPicPr>
          <p:cNvPr id="6" name="Picture 5" descr="A drawing of a cartoon character&#10;&#10;Description automatically generated">
            <a:extLst>
              <a:ext uri="{FF2B5EF4-FFF2-40B4-BE49-F238E27FC236}">
                <a16:creationId xmlns:a16="http://schemas.microsoft.com/office/drawing/2014/main" id="{A17CBCFC-F7CA-9340-AFA3-E1469BAB0D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2266950"/>
            <a:ext cx="3492500" cy="2324100"/>
          </a:xfrm>
          <a:prstGeom prst="rect">
            <a:avLst/>
          </a:prstGeom>
        </p:spPr>
      </p:pic>
    </p:spTree>
    <p:extLst>
      <p:ext uri="{BB962C8B-B14F-4D97-AF65-F5344CB8AC3E}">
        <p14:creationId xmlns:p14="http://schemas.microsoft.com/office/powerpoint/2010/main" val="3354152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F623-D63F-4240-AF54-07B43D46C1E1}"/>
              </a:ext>
            </a:extLst>
          </p:cNvPr>
          <p:cNvSpPr>
            <a:spLocks noGrp="1"/>
          </p:cNvSpPr>
          <p:nvPr>
            <p:ph type="title"/>
          </p:nvPr>
        </p:nvSpPr>
        <p:spPr/>
        <p:txBody>
          <a:bodyPr/>
          <a:lstStyle/>
          <a:p>
            <a:r>
              <a:rPr lang="en-US" dirty="0"/>
              <a:t>Tied up in Knots!!</a:t>
            </a:r>
            <a:br>
              <a:rPr lang="en-US" dirty="0"/>
            </a:br>
            <a:r>
              <a:rPr lang="en-US" sz="3200" dirty="0"/>
              <a:t>Bowline Knot</a:t>
            </a:r>
          </a:p>
        </p:txBody>
      </p:sp>
      <p:sp>
        <p:nvSpPr>
          <p:cNvPr id="3" name="Content Placeholder 2">
            <a:extLst>
              <a:ext uri="{FF2B5EF4-FFF2-40B4-BE49-F238E27FC236}">
                <a16:creationId xmlns:a16="http://schemas.microsoft.com/office/drawing/2014/main" id="{DB48BF5A-E13D-6D45-87EE-12758EF0D17E}"/>
              </a:ext>
            </a:extLst>
          </p:cNvPr>
          <p:cNvSpPr>
            <a:spLocks noGrp="1"/>
          </p:cNvSpPr>
          <p:nvPr>
            <p:ph idx="1"/>
          </p:nvPr>
        </p:nvSpPr>
        <p:spPr>
          <a:xfrm>
            <a:off x="457200" y="1600200"/>
            <a:ext cx="4648200" cy="4114800"/>
          </a:xfrm>
        </p:spPr>
        <p:txBody>
          <a:bodyPr/>
          <a:lstStyle/>
          <a:p>
            <a:pPr>
              <a:buClr>
                <a:schemeClr val="bg1"/>
              </a:buClr>
            </a:pPr>
            <a:r>
              <a:rPr lang="en-US" sz="2400" dirty="0"/>
              <a:t>Lay the rope across your left hand with the free end hanging down. ...</a:t>
            </a:r>
          </a:p>
          <a:p>
            <a:pPr>
              <a:buClr>
                <a:schemeClr val="bg1"/>
              </a:buClr>
            </a:pPr>
            <a:r>
              <a:rPr lang="en-US" sz="2400" dirty="0"/>
              <a:t>Bring the free end up to and pass through the eye from the under side (the rabbit comes out of the hole).</a:t>
            </a:r>
          </a:p>
          <a:p>
            <a:pPr>
              <a:buClr>
                <a:schemeClr val="bg1"/>
              </a:buClr>
            </a:pPr>
            <a:r>
              <a:rPr lang="en-US" sz="2400" dirty="0"/>
              <a:t>Wrap the line around the standing line and back down through the loop (around the tree and back down the hole).</a:t>
            </a:r>
          </a:p>
        </p:txBody>
      </p:sp>
      <p:pic>
        <p:nvPicPr>
          <p:cNvPr id="5" name="Picture 4" descr="A close up of a piece of paper&#10;&#10;Description automatically generated">
            <a:extLst>
              <a:ext uri="{FF2B5EF4-FFF2-40B4-BE49-F238E27FC236}">
                <a16:creationId xmlns:a16="http://schemas.microsoft.com/office/drawing/2014/main" id="{1E7DA146-86BE-2044-A92A-2DB294A9F6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4157" y="1981200"/>
            <a:ext cx="3362643" cy="3022600"/>
          </a:xfrm>
          <a:prstGeom prst="rect">
            <a:avLst/>
          </a:prstGeom>
        </p:spPr>
      </p:pic>
    </p:spTree>
    <p:extLst>
      <p:ext uri="{BB962C8B-B14F-4D97-AF65-F5344CB8AC3E}">
        <p14:creationId xmlns:p14="http://schemas.microsoft.com/office/powerpoint/2010/main" val="363885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C56-34BB-E249-86C1-52852D1AF6F4}"/>
              </a:ext>
            </a:extLst>
          </p:cNvPr>
          <p:cNvSpPr>
            <a:spLocks noGrp="1"/>
          </p:cNvSpPr>
          <p:nvPr>
            <p:ph type="title"/>
          </p:nvPr>
        </p:nvSpPr>
        <p:spPr/>
        <p:txBody>
          <a:bodyPr/>
          <a:lstStyle/>
          <a:p>
            <a:r>
              <a:rPr lang="en-US" dirty="0"/>
              <a:t>Games in the Gymnasium</a:t>
            </a:r>
          </a:p>
        </p:txBody>
      </p:sp>
      <p:pic>
        <p:nvPicPr>
          <p:cNvPr id="5" name="Picture 4" descr="A group of people in a room&#10;&#10;Description automatically generated">
            <a:extLst>
              <a:ext uri="{FF2B5EF4-FFF2-40B4-BE49-F238E27FC236}">
                <a16:creationId xmlns:a16="http://schemas.microsoft.com/office/drawing/2014/main" id="{87905061-C174-6443-ACAC-81659B0EA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690" y="1295400"/>
            <a:ext cx="5562600" cy="3115056"/>
          </a:xfrm>
          <a:prstGeom prst="rect">
            <a:avLst/>
          </a:prstGeom>
        </p:spPr>
      </p:pic>
      <p:pic>
        <p:nvPicPr>
          <p:cNvPr id="7" name="Picture 6" descr="A group of people standing in a room&#10;&#10;Description automatically generated">
            <a:extLst>
              <a:ext uri="{FF2B5EF4-FFF2-40B4-BE49-F238E27FC236}">
                <a16:creationId xmlns:a16="http://schemas.microsoft.com/office/drawing/2014/main" id="{98230FE4-4C53-4F44-9EDA-DF693717D9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3576638"/>
            <a:ext cx="4724400" cy="2657475"/>
          </a:xfrm>
          <a:prstGeom prst="rect">
            <a:avLst/>
          </a:prstGeom>
        </p:spPr>
      </p:pic>
    </p:spTree>
    <p:extLst>
      <p:ext uri="{BB962C8B-B14F-4D97-AF65-F5344CB8AC3E}">
        <p14:creationId xmlns:p14="http://schemas.microsoft.com/office/powerpoint/2010/main" val="2160838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C56-34BB-E249-86C1-52852D1AF6F4}"/>
              </a:ext>
            </a:extLst>
          </p:cNvPr>
          <p:cNvSpPr>
            <a:spLocks noGrp="1"/>
          </p:cNvSpPr>
          <p:nvPr>
            <p:ph type="title"/>
          </p:nvPr>
        </p:nvSpPr>
        <p:spPr/>
        <p:txBody>
          <a:bodyPr/>
          <a:lstStyle/>
          <a:p>
            <a:r>
              <a:rPr lang="en-US" dirty="0"/>
              <a:t>Awards and Den Reports</a:t>
            </a:r>
          </a:p>
        </p:txBody>
      </p:sp>
    </p:spTree>
    <p:extLst>
      <p:ext uri="{BB962C8B-B14F-4D97-AF65-F5344CB8AC3E}">
        <p14:creationId xmlns:p14="http://schemas.microsoft.com/office/powerpoint/2010/main" val="119911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81E79D-7FDB-9D49-9777-88693F380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1838" y="4055984"/>
            <a:ext cx="2299671" cy="2150985"/>
          </a:xfrm>
          <a:prstGeom prst="rect">
            <a:avLst/>
          </a:prstGeom>
        </p:spPr>
      </p:pic>
      <p:sp>
        <p:nvSpPr>
          <p:cNvPr id="2" name="Title 1">
            <a:extLst>
              <a:ext uri="{FF2B5EF4-FFF2-40B4-BE49-F238E27FC236}">
                <a16:creationId xmlns:a16="http://schemas.microsoft.com/office/drawing/2014/main" id="{56129FDA-E4E8-0D4D-804D-E17909FFDAD2}"/>
              </a:ext>
            </a:extLst>
          </p:cNvPr>
          <p:cNvSpPr>
            <a:spLocks noGrp="1"/>
          </p:cNvSpPr>
          <p:nvPr>
            <p:ph type="title"/>
          </p:nvPr>
        </p:nvSpPr>
        <p:spPr>
          <a:xfrm>
            <a:off x="533400" y="446070"/>
            <a:ext cx="7467600" cy="1143000"/>
          </a:xfrm>
        </p:spPr>
        <p:txBody>
          <a:bodyPr/>
          <a:lstStyle/>
          <a:p>
            <a:r>
              <a:rPr lang="en-US" sz="4400" dirty="0"/>
              <a:t>Pinewood Derby</a:t>
            </a:r>
            <a:br>
              <a:rPr lang="en-US" sz="4400" dirty="0"/>
            </a:br>
            <a:r>
              <a:rPr lang="en-US" sz="4000" dirty="0"/>
              <a:t>Sat. March 7 at Town Hall (9am)</a:t>
            </a:r>
            <a:br>
              <a:rPr lang="en-US" dirty="0"/>
            </a:br>
            <a:endParaRPr lang="en-US" dirty="0"/>
          </a:p>
        </p:txBody>
      </p:sp>
      <p:pic>
        <p:nvPicPr>
          <p:cNvPr id="5" name="Picture 4">
            <a:extLst>
              <a:ext uri="{FF2B5EF4-FFF2-40B4-BE49-F238E27FC236}">
                <a16:creationId xmlns:a16="http://schemas.microsoft.com/office/drawing/2014/main" id="{EC116068-087E-A84F-85A9-9DE1805E8F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400" y="1675401"/>
            <a:ext cx="2530724" cy="2530724"/>
          </a:xfrm>
          <a:prstGeom prst="rect">
            <a:avLst/>
          </a:prstGeom>
        </p:spPr>
      </p:pic>
      <p:pic>
        <p:nvPicPr>
          <p:cNvPr id="7" name="Picture 6">
            <a:extLst>
              <a:ext uri="{FF2B5EF4-FFF2-40B4-BE49-F238E27FC236}">
                <a16:creationId xmlns:a16="http://schemas.microsoft.com/office/drawing/2014/main" id="{F3D79131-68F3-0D43-A651-1F6ED05660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500" y="4232525"/>
            <a:ext cx="3581400" cy="2273300"/>
          </a:xfrm>
          <a:prstGeom prst="rect">
            <a:avLst/>
          </a:prstGeom>
        </p:spPr>
      </p:pic>
      <p:pic>
        <p:nvPicPr>
          <p:cNvPr id="4" name="Picture 3">
            <a:extLst>
              <a:ext uri="{FF2B5EF4-FFF2-40B4-BE49-F238E27FC236}">
                <a16:creationId xmlns:a16="http://schemas.microsoft.com/office/drawing/2014/main" id="{D1E7BE22-CA8B-414D-A2DE-AF2953F9B1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9100" y="1905000"/>
            <a:ext cx="2946400" cy="2150984"/>
          </a:xfrm>
          <a:prstGeom prst="rect">
            <a:avLst/>
          </a:prstGeom>
        </p:spPr>
      </p:pic>
      <p:sp>
        <p:nvSpPr>
          <p:cNvPr id="6" name="TextBox 5">
            <a:extLst>
              <a:ext uri="{FF2B5EF4-FFF2-40B4-BE49-F238E27FC236}">
                <a16:creationId xmlns:a16="http://schemas.microsoft.com/office/drawing/2014/main" id="{A90BE609-8932-AA47-B8D0-D596437F3CEE}"/>
              </a:ext>
            </a:extLst>
          </p:cNvPr>
          <p:cNvSpPr txBox="1"/>
          <p:nvPr/>
        </p:nvSpPr>
        <p:spPr>
          <a:xfrm>
            <a:off x="529975" y="1399410"/>
            <a:ext cx="2933702" cy="369332"/>
          </a:xfrm>
          <a:prstGeom prst="rect">
            <a:avLst/>
          </a:prstGeom>
          <a:noFill/>
        </p:spPr>
        <p:txBody>
          <a:bodyPr wrap="square" rtlCol="0">
            <a:spAutoFit/>
          </a:bodyPr>
          <a:lstStyle/>
          <a:p>
            <a:pPr algn="ctr"/>
            <a:r>
              <a:rPr lang="en-US" b="1" dirty="0">
                <a:solidFill>
                  <a:schemeClr val="bg1"/>
                </a:solidFill>
              </a:rPr>
              <a:t>Tigers – Arrow of Light</a:t>
            </a:r>
          </a:p>
        </p:txBody>
      </p:sp>
      <p:sp>
        <p:nvSpPr>
          <p:cNvPr id="9" name="TextBox 8">
            <a:extLst>
              <a:ext uri="{FF2B5EF4-FFF2-40B4-BE49-F238E27FC236}">
                <a16:creationId xmlns:a16="http://schemas.microsoft.com/office/drawing/2014/main" id="{0636F114-C3C8-7243-9961-7B5DCDF02C0C}"/>
              </a:ext>
            </a:extLst>
          </p:cNvPr>
          <p:cNvSpPr txBox="1"/>
          <p:nvPr/>
        </p:nvSpPr>
        <p:spPr>
          <a:xfrm>
            <a:off x="5305746" y="1531261"/>
            <a:ext cx="2933702" cy="369332"/>
          </a:xfrm>
          <a:prstGeom prst="rect">
            <a:avLst/>
          </a:prstGeom>
          <a:noFill/>
        </p:spPr>
        <p:txBody>
          <a:bodyPr wrap="square" rtlCol="0">
            <a:spAutoFit/>
          </a:bodyPr>
          <a:lstStyle/>
          <a:p>
            <a:pPr algn="ctr"/>
            <a:r>
              <a:rPr lang="en-US" b="1" dirty="0">
                <a:solidFill>
                  <a:schemeClr val="bg1"/>
                </a:solidFill>
              </a:rPr>
              <a:t>Lions</a:t>
            </a:r>
          </a:p>
        </p:txBody>
      </p:sp>
    </p:spTree>
    <p:extLst>
      <p:ext uri="{BB962C8B-B14F-4D97-AF65-F5344CB8AC3E}">
        <p14:creationId xmlns:p14="http://schemas.microsoft.com/office/powerpoint/2010/main" val="3328273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a:xfrm>
            <a:off x="457200" y="3733800"/>
            <a:ext cx="7467600" cy="1981200"/>
          </a:xfrm>
        </p:spPr>
        <p:txBody>
          <a:bodyPr/>
          <a:lstStyle/>
          <a:p>
            <a:pPr>
              <a:buClr>
                <a:schemeClr val="bg1"/>
              </a:buClr>
            </a:pPr>
            <a:r>
              <a:rPr lang="en-US" sz="2000" dirty="0"/>
              <a:t>Scouting for Food Coordinator</a:t>
            </a:r>
          </a:p>
          <a:p>
            <a:pPr>
              <a:buClr>
                <a:schemeClr val="bg1"/>
              </a:buClr>
            </a:pPr>
            <a:r>
              <a:rPr lang="en-US" sz="2000" dirty="0"/>
              <a:t>Blue &amp; Gold Picnic Coordinator</a:t>
            </a:r>
          </a:p>
          <a:p>
            <a:pPr>
              <a:buClr>
                <a:schemeClr val="bg1"/>
              </a:buClr>
            </a:pPr>
            <a:r>
              <a:rPr lang="en-US" sz="2000" dirty="0"/>
              <a:t>Pinewood Derby Team</a:t>
            </a:r>
          </a:p>
          <a:p>
            <a:pPr>
              <a:buClr>
                <a:schemeClr val="bg1"/>
              </a:buClr>
            </a:pPr>
            <a:r>
              <a:rPr lang="en-US" sz="2000" dirty="0"/>
              <a:t>Pack 232 t-shirt Coordinator</a:t>
            </a:r>
          </a:p>
          <a:p>
            <a:pPr>
              <a:buClr>
                <a:schemeClr val="bg1"/>
              </a:buClr>
            </a:pPr>
            <a:r>
              <a:rPr lang="en-US" sz="2000" dirty="0"/>
              <a:t>Membership Coordinator (social media expertise is a plus)</a:t>
            </a:r>
          </a:p>
        </p:txBody>
      </p:sp>
      <p:pic>
        <p:nvPicPr>
          <p:cNvPr id="6" name="Picture 5" descr="A person wearing a hat&#10;&#10;Description automatically generated">
            <a:extLst>
              <a:ext uri="{FF2B5EF4-FFF2-40B4-BE49-F238E27FC236}">
                <a16:creationId xmlns:a16="http://schemas.microsoft.com/office/drawing/2014/main" id="{49DABE06-B426-1B45-AFDC-A939315F8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04800"/>
            <a:ext cx="4483100" cy="3302436"/>
          </a:xfrm>
          <a:prstGeom prst="rect">
            <a:avLst/>
          </a:prstGeom>
        </p:spPr>
      </p:pic>
    </p:spTree>
    <p:extLst>
      <p:ext uri="{BB962C8B-B14F-4D97-AF65-F5344CB8AC3E}">
        <p14:creationId xmlns:p14="http://schemas.microsoft.com/office/powerpoint/2010/main" val="3469238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6BF9-55AB-B843-9732-9AA0C7B83BF6}"/>
              </a:ext>
            </a:extLst>
          </p:cNvPr>
          <p:cNvSpPr>
            <a:spLocks noGrp="1"/>
          </p:cNvSpPr>
          <p:nvPr>
            <p:ph type="title"/>
          </p:nvPr>
        </p:nvSpPr>
        <p:spPr>
          <a:xfrm>
            <a:off x="266700" y="571500"/>
            <a:ext cx="7848600" cy="1143000"/>
          </a:xfrm>
        </p:spPr>
        <p:txBody>
          <a:bodyPr/>
          <a:lstStyle/>
          <a:p>
            <a:r>
              <a:rPr lang="en-US" dirty="0"/>
              <a:t>Caroling for RMH</a:t>
            </a:r>
            <a:br>
              <a:rPr lang="en-US" dirty="0"/>
            </a:br>
            <a:endParaRPr lang="en-US" dirty="0"/>
          </a:p>
        </p:txBody>
      </p:sp>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a:xfrm>
            <a:off x="457200" y="1600200"/>
            <a:ext cx="3429000" cy="4114800"/>
          </a:xfrm>
        </p:spPr>
        <p:txBody>
          <a:bodyPr/>
          <a:lstStyle/>
          <a:p>
            <a:pPr>
              <a:buClr>
                <a:schemeClr val="bg1"/>
              </a:buClr>
            </a:pPr>
            <a:r>
              <a:rPr lang="en-US" sz="2000" u="sng" dirty="0"/>
              <a:t>Location</a:t>
            </a:r>
            <a:r>
              <a:rPr lang="en-US" sz="2000" dirty="0"/>
              <a:t> = 5 Brookhaven Lane</a:t>
            </a:r>
          </a:p>
          <a:p>
            <a:pPr>
              <a:buClr>
                <a:schemeClr val="bg1"/>
              </a:buClr>
            </a:pPr>
            <a:r>
              <a:rPr lang="en-US" sz="2000" u="sng" dirty="0"/>
              <a:t>When</a:t>
            </a:r>
            <a:r>
              <a:rPr lang="en-US" sz="2000" dirty="0"/>
              <a:t> = Tuesday, December 17 at 6pm</a:t>
            </a:r>
          </a:p>
          <a:p>
            <a:pPr>
              <a:buClr>
                <a:schemeClr val="bg1"/>
              </a:buClr>
            </a:pPr>
            <a:r>
              <a:rPr lang="en-US" sz="2000" dirty="0"/>
              <a:t>Hot Chocolate After Caroling</a:t>
            </a:r>
          </a:p>
          <a:p>
            <a:pPr>
              <a:buClr>
                <a:schemeClr val="bg1"/>
              </a:buClr>
            </a:pPr>
            <a:endParaRPr lang="en-US" sz="2000" dirty="0"/>
          </a:p>
          <a:p>
            <a:pPr>
              <a:buClr>
                <a:schemeClr val="bg1"/>
              </a:buClr>
            </a:pPr>
            <a:endParaRPr lang="en-US" sz="2000" dirty="0"/>
          </a:p>
        </p:txBody>
      </p:sp>
      <p:pic>
        <p:nvPicPr>
          <p:cNvPr id="6" name="Picture 5" descr="A group of people performing on a stage&#10;&#10;Description automatically generated">
            <a:extLst>
              <a:ext uri="{FF2B5EF4-FFF2-40B4-BE49-F238E27FC236}">
                <a16:creationId xmlns:a16="http://schemas.microsoft.com/office/drawing/2014/main" id="{AB9877CD-6931-1A4C-8A98-979CFFE27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4064001" y="1164021"/>
            <a:ext cx="5079999" cy="3809999"/>
          </a:xfrm>
          <a:prstGeom prst="rect">
            <a:avLst/>
          </a:prstGeom>
        </p:spPr>
      </p:pic>
    </p:spTree>
    <p:extLst>
      <p:ext uri="{BB962C8B-B14F-4D97-AF65-F5344CB8AC3E}">
        <p14:creationId xmlns:p14="http://schemas.microsoft.com/office/powerpoint/2010/main" val="3642306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EDF6-4D61-5B42-93B4-60C16FEFFBAD}"/>
              </a:ext>
            </a:extLst>
          </p:cNvPr>
          <p:cNvSpPr>
            <a:spLocks noGrp="1"/>
          </p:cNvSpPr>
          <p:nvPr>
            <p:ph type="title"/>
          </p:nvPr>
        </p:nvSpPr>
        <p:spPr/>
        <p:txBody>
          <a:bodyPr/>
          <a:lstStyle/>
          <a:p>
            <a:r>
              <a:rPr lang="en-US" dirty="0"/>
              <a:t>Other Pack Events</a:t>
            </a:r>
            <a:endParaRPr lang="en-US" sz="2800" dirty="0"/>
          </a:p>
        </p:txBody>
      </p:sp>
      <p:sp>
        <p:nvSpPr>
          <p:cNvPr id="3" name="Content Placeholder 2">
            <a:extLst>
              <a:ext uri="{FF2B5EF4-FFF2-40B4-BE49-F238E27FC236}">
                <a16:creationId xmlns:a16="http://schemas.microsoft.com/office/drawing/2014/main" id="{37030BC4-275A-8F41-870C-F52EFA64DE8D}"/>
              </a:ext>
            </a:extLst>
          </p:cNvPr>
          <p:cNvSpPr>
            <a:spLocks noGrp="1"/>
          </p:cNvSpPr>
          <p:nvPr>
            <p:ph idx="1"/>
          </p:nvPr>
        </p:nvSpPr>
        <p:spPr>
          <a:xfrm>
            <a:off x="0" y="1219200"/>
            <a:ext cx="7467600" cy="4114800"/>
          </a:xfrm>
        </p:spPr>
        <p:txBody>
          <a:bodyPr/>
          <a:lstStyle/>
          <a:p>
            <a:pPr>
              <a:buClr>
                <a:schemeClr val="bg1"/>
              </a:buClr>
            </a:pPr>
            <a:r>
              <a:rPr lang="en-US" sz="2000" dirty="0"/>
              <a:t>Indoor Rock Climbing = January</a:t>
            </a:r>
          </a:p>
          <a:p>
            <a:pPr>
              <a:buClr>
                <a:schemeClr val="bg1"/>
              </a:buClr>
            </a:pPr>
            <a:r>
              <a:rPr lang="en-US" sz="2000" dirty="0"/>
              <a:t>Bethlehem Cub Scout Winter Carnival = Jan/Feb</a:t>
            </a:r>
          </a:p>
          <a:p>
            <a:pPr>
              <a:buClr>
                <a:schemeClr val="bg1"/>
              </a:buClr>
            </a:pPr>
            <a:r>
              <a:rPr lang="en-US" sz="2000" dirty="0"/>
              <a:t>Winter HEATED CABIN Camping = 2/07 – 2/09 (only 14 spots left!) – </a:t>
            </a:r>
            <a:r>
              <a:rPr lang="en-US" sz="2000" b="1" dirty="0"/>
              <a:t>BSA Medical Forms and Activity Consent Forms Needed</a:t>
            </a:r>
            <a:r>
              <a:rPr lang="en-US" sz="2000" dirty="0"/>
              <a:t>.  Pay Mr. McWilliam by check.</a:t>
            </a:r>
          </a:p>
          <a:p>
            <a:pPr>
              <a:buClr>
                <a:schemeClr val="bg1"/>
              </a:buClr>
            </a:pPr>
            <a:r>
              <a:rPr lang="en-US" sz="2000" dirty="0"/>
              <a:t>Tubing = February</a:t>
            </a:r>
          </a:p>
          <a:p>
            <a:pPr>
              <a:buClr>
                <a:schemeClr val="bg1"/>
              </a:buClr>
            </a:pPr>
            <a:r>
              <a:rPr lang="en-US" sz="2000" dirty="0"/>
              <a:t>Pack Pinewood Derby = 3/07</a:t>
            </a:r>
          </a:p>
          <a:p>
            <a:pPr>
              <a:buClr>
                <a:schemeClr val="bg1"/>
              </a:buClr>
            </a:pPr>
            <a:r>
              <a:rPr lang="en-US" sz="2000" dirty="0"/>
              <a:t>Howe Caverns = 3/28</a:t>
            </a:r>
          </a:p>
          <a:p>
            <a:pPr>
              <a:buClr>
                <a:schemeClr val="bg1"/>
              </a:buClr>
            </a:pPr>
            <a:r>
              <a:rPr lang="en-US" sz="2000" dirty="0"/>
              <a:t>Visit a Blacksmith Forge = April</a:t>
            </a:r>
          </a:p>
          <a:p>
            <a:pPr>
              <a:buClr>
                <a:schemeClr val="bg1"/>
              </a:buClr>
            </a:pPr>
            <a:r>
              <a:rPr lang="en-US" sz="2000" dirty="0"/>
              <a:t>Cub Scout Day at Rotary = 5/02</a:t>
            </a:r>
          </a:p>
          <a:p>
            <a:pPr>
              <a:buClr>
                <a:schemeClr val="bg1"/>
              </a:buClr>
            </a:pPr>
            <a:r>
              <a:rPr lang="en-US" sz="2000" dirty="0"/>
              <a:t>USS Slater Sleepover = 5/08 – 5/09</a:t>
            </a:r>
          </a:p>
          <a:p>
            <a:pPr>
              <a:buClr>
                <a:schemeClr val="bg1"/>
              </a:buClr>
            </a:pPr>
            <a:r>
              <a:rPr lang="en-US" sz="2000" dirty="0"/>
              <a:t>Spring Hike = 5/17</a:t>
            </a:r>
          </a:p>
          <a:p>
            <a:pPr>
              <a:buClr>
                <a:schemeClr val="bg1"/>
              </a:buClr>
            </a:pPr>
            <a:r>
              <a:rPr lang="en-US" sz="2000" dirty="0"/>
              <a:t>Summer Resident Camp at Rotary = 8/02 – 8/06</a:t>
            </a:r>
          </a:p>
        </p:txBody>
      </p:sp>
    </p:spTree>
    <p:extLst>
      <p:ext uri="{BB962C8B-B14F-4D97-AF65-F5344CB8AC3E}">
        <p14:creationId xmlns:p14="http://schemas.microsoft.com/office/powerpoint/2010/main" val="2819897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5B3E1-637C-EA42-8D1E-0790037A579B}"/>
              </a:ext>
            </a:extLst>
          </p:cNvPr>
          <p:cNvSpPr>
            <a:spLocks noGrp="1"/>
          </p:cNvSpPr>
          <p:nvPr>
            <p:ph type="title"/>
          </p:nvPr>
        </p:nvSpPr>
        <p:spPr/>
        <p:txBody>
          <a:bodyPr/>
          <a:lstStyle/>
          <a:p>
            <a:r>
              <a:rPr lang="en-US" sz="3200" b="1" dirty="0"/>
              <a:t>STEM Day Camp Registration is Open!!!</a:t>
            </a:r>
          </a:p>
        </p:txBody>
      </p:sp>
      <p:sp>
        <p:nvSpPr>
          <p:cNvPr id="3" name="Content Placeholder 2">
            <a:extLst>
              <a:ext uri="{FF2B5EF4-FFF2-40B4-BE49-F238E27FC236}">
                <a16:creationId xmlns:a16="http://schemas.microsoft.com/office/drawing/2014/main" id="{DDAD2AFE-8555-7041-B6C3-368FA1B935A6}"/>
              </a:ext>
            </a:extLst>
          </p:cNvPr>
          <p:cNvSpPr>
            <a:spLocks noGrp="1"/>
          </p:cNvSpPr>
          <p:nvPr>
            <p:ph idx="1"/>
          </p:nvPr>
        </p:nvSpPr>
        <p:spPr/>
        <p:txBody>
          <a:bodyPr/>
          <a:lstStyle/>
          <a:p>
            <a:pPr>
              <a:buClr>
                <a:schemeClr val="bg1"/>
              </a:buClr>
              <a:buFont typeface="Arial" panose="020B0604020202020204" pitchFamily="34" charset="0"/>
              <a:buChar char="•"/>
            </a:pPr>
            <a:r>
              <a:rPr lang="en-US" sz="2800" dirty="0"/>
              <a:t>For Wolves (2</a:t>
            </a:r>
            <a:r>
              <a:rPr lang="en-US" sz="2800" baseline="30000" dirty="0"/>
              <a:t>nd </a:t>
            </a:r>
            <a:r>
              <a:rPr lang="en-US" sz="2800" dirty="0"/>
              <a:t>Grade) - Arrow of Lights (5</a:t>
            </a:r>
            <a:r>
              <a:rPr lang="en-US" sz="2800" baseline="30000" dirty="0"/>
              <a:t>th</a:t>
            </a:r>
            <a:r>
              <a:rPr lang="en-US" sz="2800" dirty="0"/>
              <a:t> Grade).</a:t>
            </a:r>
          </a:p>
          <a:p>
            <a:pPr>
              <a:buClr>
                <a:schemeClr val="bg1"/>
              </a:buClr>
              <a:buFont typeface="Arial" panose="020B0604020202020204" pitchFamily="34" charset="0"/>
              <a:buChar char="•"/>
            </a:pPr>
            <a:r>
              <a:rPr lang="en-US" sz="2800" dirty="0"/>
              <a:t>Teaching problem solving, programming, team building, and much more!</a:t>
            </a:r>
          </a:p>
          <a:p>
            <a:pPr>
              <a:buClr>
                <a:schemeClr val="bg1"/>
              </a:buClr>
              <a:buFont typeface="Arial" panose="020B0604020202020204" pitchFamily="34" charset="0"/>
              <a:buChar char="•"/>
            </a:pPr>
            <a:r>
              <a:rPr lang="en-US" sz="2800" dirty="0"/>
              <a:t>Build your own computer! and take it home!</a:t>
            </a:r>
          </a:p>
          <a:p>
            <a:pPr>
              <a:buClr>
                <a:schemeClr val="bg1"/>
              </a:buClr>
              <a:buFont typeface="Arial" panose="020B0604020202020204" pitchFamily="34" charset="0"/>
              <a:buChar char="•"/>
            </a:pPr>
            <a:r>
              <a:rPr lang="en-US" sz="2800" dirty="0"/>
              <a:t>When = February 18 – 21</a:t>
            </a:r>
          </a:p>
          <a:p>
            <a:pPr>
              <a:buClr>
                <a:schemeClr val="bg1"/>
              </a:buClr>
              <a:buFont typeface="Arial" panose="020B0604020202020204" pitchFamily="34" charset="0"/>
              <a:buChar char="•"/>
            </a:pPr>
            <a:r>
              <a:rPr lang="en-US" sz="2800" dirty="0"/>
              <a:t>Where = Shaker High School (445 Watervliet Shaker Road, Latham)</a:t>
            </a:r>
          </a:p>
          <a:p>
            <a:pPr>
              <a:buClr>
                <a:schemeClr val="bg1"/>
              </a:buClr>
              <a:buFont typeface="Arial" panose="020B0604020202020204" pitchFamily="34" charset="0"/>
              <a:buChar char="•"/>
            </a:pPr>
            <a:r>
              <a:rPr lang="en-US" sz="2800" dirty="0"/>
              <a:t>Cost = $225</a:t>
            </a:r>
          </a:p>
          <a:p>
            <a:pPr>
              <a:buClr>
                <a:schemeClr val="bg1"/>
              </a:buClr>
              <a:buFont typeface="Arial" panose="020B0604020202020204" pitchFamily="34" charset="0"/>
              <a:buChar char="•"/>
            </a:pPr>
            <a:endParaRPr lang="en-US" dirty="0"/>
          </a:p>
        </p:txBody>
      </p:sp>
    </p:spTree>
    <p:extLst>
      <p:ext uri="{BB962C8B-B14F-4D97-AF65-F5344CB8AC3E}">
        <p14:creationId xmlns:p14="http://schemas.microsoft.com/office/powerpoint/2010/main" val="288076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EDF6-4D61-5B42-93B4-60C16FEFFBAD}"/>
              </a:ext>
            </a:extLst>
          </p:cNvPr>
          <p:cNvSpPr>
            <a:spLocks noGrp="1"/>
          </p:cNvSpPr>
          <p:nvPr>
            <p:ph type="title"/>
          </p:nvPr>
        </p:nvSpPr>
        <p:spPr/>
        <p:txBody>
          <a:bodyPr/>
          <a:lstStyle/>
          <a:p>
            <a:r>
              <a:rPr lang="en-US" dirty="0"/>
              <a:t>Next Pack Meeting</a:t>
            </a:r>
            <a:br>
              <a:rPr lang="en-US" dirty="0"/>
            </a:br>
            <a:r>
              <a:rPr lang="en-US" sz="2800" dirty="0"/>
              <a:t>Tuesday, January 21 (6:30PM-8PM)</a:t>
            </a:r>
          </a:p>
        </p:txBody>
      </p:sp>
      <p:sp>
        <p:nvSpPr>
          <p:cNvPr id="3" name="Content Placeholder 2">
            <a:extLst>
              <a:ext uri="{FF2B5EF4-FFF2-40B4-BE49-F238E27FC236}">
                <a16:creationId xmlns:a16="http://schemas.microsoft.com/office/drawing/2014/main" id="{37030BC4-275A-8F41-870C-F52EFA64DE8D}"/>
              </a:ext>
            </a:extLst>
          </p:cNvPr>
          <p:cNvSpPr>
            <a:spLocks noGrp="1"/>
          </p:cNvSpPr>
          <p:nvPr>
            <p:ph idx="1"/>
          </p:nvPr>
        </p:nvSpPr>
        <p:spPr/>
        <p:txBody>
          <a:bodyPr/>
          <a:lstStyle/>
          <a:p>
            <a:pPr>
              <a:buClr>
                <a:schemeClr val="bg1"/>
              </a:buClr>
            </a:pPr>
            <a:r>
              <a:rPr lang="en-US" dirty="0"/>
              <a:t>Wolves (2</a:t>
            </a:r>
            <a:r>
              <a:rPr lang="en-US" baseline="30000" dirty="0"/>
              <a:t>nd</a:t>
            </a:r>
            <a:r>
              <a:rPr lang="en-US" dirty="0"/>
              <a:t> Grade) Den is the Host</a:t>
            </a:r>
          </a:p>
          <a:p>
            <a:pPr>
              <a:buClr>
                <a:schemeClr val="bg1"/>
              </a:buClr>
            </a:pPr>
            <a:r>
              <a:rPr lang="en-US" dirty="0"/>
              <a:t>Gathering – Building Ice Fishing Tip Ups</a:t>
            </a:r>
          </a:p>
          <a:p>
            <a:pPr>
              <a:buClr>
                <a:schemeClr val="bg1"/>
              </a:buClr>
            </a:pPr>
            <a:r>
              <a:rPr lang="en-US" dirty="0"/>
              <a:t>Program – Ice Fishing Demo and Safety</a:t>
            </a:r>
          </a:p>
          <a:p>
            <a:pPr>
              <a:buClr>
                <a:schemeClr val="bg1"/>
              </a:buClr>
            </a:pPr>
            <a:r>
              <a:rPr lang="en-US" dirty="0"/>
              <a:t>Game – M&amp;M Separation Anxiety</a:t>
            </a:r>
          </a:p>
          <a:p>
            <a:pPr>
              <a:buClr>
                <a:schemeClr val="bg1"/>
              </a:buClr>
            </a:pPr>
            <a:r>
              <a:rPr lang="en-US" dirty="0"/>
              <a:t>Awards</a:t>
            </a:r>
          </a:p>
          <a:p>
            <a:pPr>
              <a:buClr>
                <a:schemeClr val="bg1"/>
              </a:buClr>
            </a:pPr>
            <a:r>
              <a:rPr lang="en-US" dirty="0"/>
              <a:t>Snacks</a:t>
            </a:r>
          </a:p>
        </p:txBody>
      </p:sp>
    </p:spTree>
    <p:extLst>
      <p:ext uri="{BB962C8B-B14F-4D97-AF65-F5344CB8AC3E}">
        <p14:creationId xmlns:p14="http://schemas.microsoft.com/office/powerpoint/2010/main" val="3650246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05A7-7F35-E241-9FA7-B8E8D4FF40CB}"/>
              </a:ext>
            </a:extLst>
          </p:cNvPr>
          <p:cNvSpPr>
            <a:spLocks noGrp="1"/>
          </p:cNvSpPr>
          <p:nvPr>
            <p:ph type="title"/>
          </p:nvPr>
        </p:nvSpPr>
        <p:spPr/>
        <p:txBody>
          <a:bodyPr/>
          <a:lstStyle/>
          <a:p>
            <a:r>
              <a:rPr lang="en-US" dirty="0"/>
              <a:t>Cubmaster’s Minute</a:t>
            </a:r>
          </a:p>
        </p:txBody>
      </p:sp>
      <p:sp>
        <p:nvSpPr>
          <p:cNvPr id="3" name="Content Placeholder 2">
            <a:extLst>
              <a:ext uri="{FF2B5EF4-FFF2-40B4-BE49-F238E27FC236}">
                <a16:creationId xmlns:a16="http://schemas.microsoft.com/office/drawing/2014/main" id="{5AFDE608-3018-E64B-A8A7-36C857BED010}"/>
              </a:ext>
            </a:extLst>
          </p:cNvPr>
          <p:cNvSpPr>
            <a:spLocks noGrp="1"/>
          </p:cNvSpPr>
          <p:nvPr>
            <p:ph idx="1"/>
          </p:nvPr>
        </p:nvSpPr>
        <p:spPr>
          <a:xfrm>
            <a:off x="228600" y="1219200"/>
            <a:ext cx="7467600" cy="4114800"/>
          </a:xfrm>
        </p:spPr>
        <p:txBody>
          <a:bodyPr/>
          <a:lstStyle/>
          <a:p>
            <a:r>
              <a:rPr lang="en-US" sz="2000" i="1" dirty="0"/>
              <a:t>How often do you think of what your parents want from you? Do you know what is the best gift you can give them?</a:t>
            </a:r>
          </a:p>
          <a:p>
            <a:endParaRPr lang="en-US" sz="2000" i="1" dirty="0"/>
          </a:p>
          <a:p>
            <a:r>
              <a:rPr lang="en-US" sz="2000" i="1" dirty="0"/>
              <a:t>Parents want most of all that you will </a:t>
            </a:r>
            <a:r>
              <a:rPr lang="en-US" sz="2000" i="1" u="sng" dirty="0"/>
              <a:t>do your best</a:t>
            </a:r>
            <a:r>
              <a:rPr lang="en-US" sz="2000" i="1" dirty="0"/>
              <a:t> to make them proud of you.  Now you do not have to become famous or even get top grades in school to make them proud of you.</a:t>
            </a:r>
          </a:p>
          <a:p>
            <a:endParaRPr lang="en-US" sz="2000" i="1" dirty="0"/>
          </a:p>
          <a:p>
            <a:r>
              <a:rPr lang="en-US" sz="2000" i="1" dirty="0"/>
              <a:t>What they want is for you to become the best person you can be.  There is no better way to do that than by living up to the Scout Oath and Law.  That is a gift you can give them right now and all the time, and it is a gift they will always cherish above all others.</a:t>
            </a:r>
          </a:p>
        </p:txBody>
      </p:sp>
    </p:spTree>
    <p:extLst>
      <p:ext uri="{BB962C8B-B14F-4D97-AF65-F5344CB8AC3E}">
        <p14:creationId xmlns:p14="http://schemas.microsoft.com/office/powerpoint/2010/main" val="1520576004"/>
      </p:ext>
    </p:extLst>
  </p:cSld>
  <p:clrMapOvr>
    <a:masterClrMapping/>
  </p:clrMapOvr>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docProps/app.xml><?xml version="1.0" encoding="utf-8"?>
<Properties xmlns="http://schemas.openxmlformats.org/officeDocument/2006/extended-properties" xmlns:vt="http://schemas.openxmlformats.org/officeDocument/2006/docPropsVTypes">
  <Template>Theme1</Template>
  <TotalTime>9316</TotalTime>
  <Words>816</Words>
  <Application>Microsoft Macintosh PowerPoint</Application>
  <PresentationFormat>On-screen Show (4:3)</PresentationFormat>
  <Paragraphs>92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Franklin Gothic Book</vt:lpstr>
      <vt:lpstr>Wingdings 2</vt:lpstr>
      <vt:lpstr>Technic</vt:lpstr>
      <vt:lpstr>Pack Meeting Pack 232 </vt:lpstr>
      <vt:lpstr>Making a Noise Maker</vt:lpstr>
      <vt:lpstr>Pack Meeting – Dec. 10th </vt:lpstr>
      <vt:lpstr>Tied up in Knots!! Square Knot</vt:lpstr>
      <vt:lpstr>Tied up in Knots!! Two Half Hitches Knot</vt:lpstr>
      <vt:lpstr>Tied up in Knots!! Taut Line Hitch Knot</vt:lpstr>
      <vt:lpstr>Tied up in Knots!! Bowline Knot</vt:lpstr>
      <vt:lpstr>Games in the Gymnasium</vt:lpstr>
      <vt:lpstr>Awards and Den Reports</vt:lpstr>
      <vt:lpstr>Pinewood Derby Sat. March 7 at Town Hall (9am) </vt:lpstr>
      <vt:lpstr>PowerPoint Presentation</vt:lpstr>
      <vt:lpstr>Caroling for RMH </vt:lpstr>
      <vt:lpstr>Other Pack Events</vt:lpstr>
      <vt:lpstr>STEM Day Camp Registration is Open!!!</vt:lpstr>
      <vt:lpstr>Next Pack Meeting Tuesday, January 21 (6:30PM-8PM)</vt:lpstr>
      <vt:lpstr>Cubmaster’s Minute</vt:lpstr>
    </vt:vector>
  </TitlesOfParts>
  <Company>Boy Scouts of America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Darin Kinn</dc:creator>
  <cp:lastModifiedBy>Microsoft Office User</cp:lastModifiedBy>
  <cp:revision>137</cp:revision>
  <cp:lastPrinted>2019-12-03T02:15:26Z</cp:lastPrinted>
  <dcterms:created xsi:type="dcterms:W3CDTF">2010-12-13T17:28:22Z</dcterms:created>
  <dcterms:modified xsi:type="dcterms:W3CDTF">2019-12-03T02:15:30Z</dcterms:modified>
</cp:coreProperties>
</file>